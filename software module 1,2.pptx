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4795" r:id="rId2"/>
    <p:sldId id="4810" r:id="rId3"/>
    <p:sldId id="4808" r:id="rId4"/>
    <p:sldId id="4812" r:id="rId5"/>
    <p:sldId id="4850" r:id="rId6"/>
    <p:sldId id="4814" r:id="rId7"/>
    <p:sldId id="4815" r:id="rId8"/>
    <p:sldId id="4816" r:id="rId9"/>
    <p:sldId id="4817" r:id="rId10"/>
    <p:sldId id="4819" r:id="rId11"/>
    <p:sldId id="4820" r:id="rId12"/>
    <p:sldId id="4822" r:id="rId13"/>
    <p:sldId id="4823" r:id="rId14"/>
    <p:sldId id="4824" r:id="rId15"/>
    <p:sldId id="4825" r:id="rId16"/>
    <p:sldId id="4826" r:id="rId17"/>
    <p:sldId id="4827" r:id="rId18"/>
    <p:sldId id="4828" r:id="rId19"/>
    <p:sldId id="4829" r:id="rId20"/>
    <p:sldId id="4832" r:id="rId21"/>
    <p:sldId id="4833" r:id="rId22"/>
    <p:sldId id="4834" r:id="rId23"/>
    <p:sldId id="4835" r:id="rId24"/>
    <p:sldId id="4836" r:id="rId25"/>
    <p:sldId id="4845" r:id="rId26"/>
    <p:sldId id="4846" r:id="rId27"/>
    <p:sldId id="484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784AA6-1BF0-19C1-D78A-120082E83260}" v="1" dt="2026-01-05T06:18:09.528"/>
    <p1510:client id="{C3E1A51F-5948-1107-B6C0-36A3AE11CD53}" v="4" dt="2026-01-04T16:37:12.3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56" d="100"/>
          <a:sy n="56" d="100"/>
        </p:scale>
        <p:origin x="106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7808EF-268F-42ED-9AC4-788BDFE0861F}" type="datetimeFigureOut">
              <a:rPr lang="en-IN" smtClean="0"/>
              <a:t>01-03-2026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FDE842-F190-4D01-BA2C-B6F2FAA116DF}" type="slidenum">
              <a:rPr lang="en-IN" smtClean="0"/>
              <a:t>‹#›</a:t>
            </a:fld>
            <a:endParaRPr lang="en-IN"/>
          </a:p>
        </p:txBody>
      </p:sp>
    </p:spTree>
    <p:extLst>
      <p:ext uri="{BB962C8B-B14F-4D97-AF65-F5344CB8AC3E}">
        <p14:creationId xmlns:p14="http://schemas.microsoft.com/office/powerpoint/2010/main" val="41355751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EA001-19D2-AB32-1CD6-3577F2FC53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40224-6139-9C21-BF46-04D55F546B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AADA60-BB40-3EA3-94A8-E4F40E18D9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AEF2C0-B2B6-000B-34A3-E85D80105756}"/>
              </a:ext>
            </a:extLst>
          </p:cNvPr>
          <p:cNvSpPr>
            <a:spLocks noGrp="1"/>
          </p:cNvSpPr>
          <p:nvPr>
            <p:ph type="sldNum" sz="quarter" idx="5"/>
          </p:nvPr>
        </p:nvSpPr>
        <p:spPr/>
        <p:txBody>
          <a:bodyPr/>
          <a:lstStyle/>
          <a:p>
            <a:fld id="{4169D07A-98AC-4408-9A87-677237176D46}" type="slidenum">
              <a:rPr lang="en-GB" smtClean="0"/>
              <a:t>3</a:t>
            </a:fld>
            <a:endParaRPr lang="en-GB" dirty="0"/>
          </a:p>
        </p:txBody>
      </p:sp>
    </p:spTree>
    <p:extLst>
      <p:ext uri="{BB962C8B-B14F-4D97-AF65-F5344CB8AC3E}">
        <p14:creationId xmlns:p14="http://schemas.microsoft.com/office/powerpoint/2010/main" val="2410507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169D07A-98AC-4408-9A87-677237176D46}" type="slidenum">
              <a:rPr lang="en-GB" smtClean="0"/>
              <a:t>4</a:t>
            </a:fld>
            <a:endParaRPr lang="en-GB" dirty="0"/>
          </a:p>
        </p:txBody>
      </p:sp>
    </p:spTree>
    <p:extLst>
      <p:ext uri="{BB962C8B-B14F-4D97-AF65-F5344CB8AC3E}">
        <p14:creationId xmlns:p14="http://schemas.microsoft.com/office/powerpoint/2010/main" val="40278385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EA001-19D2-AB32-1CD6-3577F2FC53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40224-6139-9C21-BF46-04D55F546B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AADA60-BB40-3EA3-94A8-E4F40E18D9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AEF2C0-B2B6-000B-34A3-E85D80105756}"/>
              </a:ext>
            </a:extLst>
          </p:cNvPr>
          <p:cNvSpPr>
            <a:spLocks noGrp="1"/>
          </p:cNvSpPr>
          <p:nvPr>
            <p:ph type="sldNum" sz="quarter" idx="5"/>
          </p:nvPr>
        </p:nvSpPr>
        <p:spPr/>
        <p:txBody>
          <a:bodyPr/>
          <a:lstStyle/>
          <a:p>
            <a:fld id="{4169D07A-98AC-4408-9A87-677237176D46}" type="slidenum">
              <a:rPr lang="en-GB" smtClean="0"/>
              <a:t>7</a:t>
            </a:fld>
            <a:endParaRPr lang="en-GB" dirty="0"/>
          </a:p>
        </p:txBody>
      </p:sp>
    </p:spTree>
    <p:extLst>
      <p:ext uri="{BB962C8B-B14F-4D97-AF65-F5344CB8AC3E}">
        <p14:creationId xmlns:p14="http://schemas.microsoft.com/office/powerpoint/2010/main" val="2410507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9CA0A-3710-5979-EDAF-3E4467CBE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2A29D0-D344-8688-9DAC-87FAB43FB4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B2275D-3CAC-6325-932C-7E71850670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014E1-3674-47A0-0565-9301B28C5869}"/>
              </a:ext>
            </a:extLst>
          </p:cNvPr>
          <p:cNvSpPr>
            <a:spLocks noGrp="1"/>
          </p:cNvSpPr>
          <p:nvPr>
            <p:ph type="sldNum" sz="quarter" idx="5"/>
          </p:nvPr>
        </p:nvSpPr>
        <p:spPr/>
        <p:txBody>
          <a:bodyPr/>
          <a:lstStyle/>
          <a:p>
            <a:fld id="{4169D07A-98AC-4408-9A87-677237176D46}" type="slidenum">
              <a:rPr lang="en-GB" smtClean="0"/>
              <a:t>8</a:t>
            </a:fld>
            <a:endParaRPr lang="en-GB" dirty="0"/>
          </a:p>
        </p:txBody>
      </p:sp>
    </p:spTree>
    <p:extLst>
      <p:ext uri="{BB962C8B-B14F-4D97-AF65-F5344CB8AC3E}">
        <p14:creationId xmlns:p14="http://schemas.microsoft.com/office/powerpoint/2010/main" val="895721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0227A-0D88-B39E-6122-B28F5DAA9F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463702-7F9A-6400-627B-2C41AD108F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70B1F7-07A6-5046-E1D4-C6EF2167DED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5E6767-558A-7BB3-8755-FC42E6D0658B}"/>
              </a:ext>
            </a:extLst>
          </p:cNvPr>
          <p:cNvSpPr>
            <a:spLocks noGrp="1"/>
          </p:cNvSpPr>
          <p:nvPr>
            <p:ph type="sldNum" sz="quarter" idx="5"/>
          </p:nvPr>
        </p:nvSpPr>
        <p:spPr/>
        <p:txBody>
          <a:bodyPr/>
          <a:lstStyle/>
          <a:p>
            <a:fld id="{4169D07A-98AC-4408-9A87-677237176D46}" type="slidenum">
              <a:rPr lang="en-GB" smtClean="0"/>
              <a:t>9</a:t>
            </a:fld>
            <a:endParaRPr lang="en-GB" dirty="0"/>
          </a:p>
        </p:txBody>
      </p:sp>
    </p:spTree>
    <p:extLst>
      <p:ext uri="{BB962C8B-B14F-4D97-AF65-F5344CB8AC3E}">
        <p14:creationId xmlns:p14="http://schemas.microsoft.com/office/powerpoint/2010/main" val="29928444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169D07A-98AC-4408-9A87-677237176D46}" type="slidenum">
              <a:rPr lang="en-GB" smtClean="0"/>
              <a:t>11</a:t>
            </a:fld>
            <a:endParaRPr lang="en-GB" dirty="0"/>
          </a:p>
        </p:txBody>
      </p:sp>
    </p:spTree>
    <p:extLst>
      <p:ext uri="{BB962C8B-B14F-4D97-AF65-F5344CB8AC3E}">
        <p14:creationId xmlns:p14="http://schemas.microsoft.com/office/powerpoint/2010/main" val="40278385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AF9A6-A752-F0A6-E780-63F75484D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90FEDC-AC52-1443-04B8-87677C35CE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88EBC-E991-5205-7C76-63C3E875EA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EAD6E7-D658-1F2D-88BE-DD95A3855010}"/>
              </a:ext>
            </a:extLst>
          </p:cNvPr>
          <p:cNvSpPr>
            <a:spLocks noGrp="1"/>
          </p:cNvSpPr>
          <p:nvPr>
            <p:ph type="sldNum" sz="quarter" idx="5"/>
          </p:nvPr>
        </p:nvSpPr>
        <p:spPr/>
        <p:txBody>
          <a:bodyPr/>
          <a:lstStyle/>
          <a:p>
            <a:fld id="{4169D07A-98AC-4408-9A87-677237176D46}" type="slidenum">
              <a:rPr lang="en-GB" smtClean="0"/>
              <a:t>12</a:t>
            </a:fld>
            <a:endParaRPr lang="en-GB" dirty="0"/>
          </a:p>
        </p:txBody>
      </p:sp>
    </p:spTree>
    <p:extLst>
      <p:ext uri="{BB962C8B-B14F-4D97-AF65-F5344CB8AC3E}">
        <p14:creationId xmlns:p14="http://schemas.microsoft.com/office/powerpoint/2010/main" val="33545669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EDE00-7AD2-753C-9E73-ACB45D902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B61B77-1C4F-5B1B-1CC9-17EEB8B9C0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2708DE-56B9-B357-9F1B-7039E9F6CF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55FB86-3F1C-ECD6-302F-980B66519EB2}"/>
              </a:ext>
            </a:extLst>
          </p:cNvPr>
          <p:cNvSpPr>
            <a:spLocks noGrp="1"/>
          </p:cNvSpPr>
          <p:nvPr>
            <p:ph type="sldNum" sz="quarter" idx="5"/>
          </p:nvPr>
        </p:nvSpPr>
        <p:spPr/>
        <p:txBody>
          <a:bodyPr/>
          <a:lstStyle/>
          <a:p>
            <a:fld id="{4169D07A-98AC-4408-9A87-677237176D46}" type="slidenum">
              <a:rPr lang="en-GB" smtClean="0"/>
              <a:t>13</a:t>
            </a:fld>
            <a:endParaRPr lang="en-GB" dirty="0"/>
          </a:p>
        </p:txBody>
      </p:sp>
    </p:spTree>
    <p:extLst>
      <p:ext uri="{BB962C8B-B14F-4D97-AF65-F5344CB8AC3E}">
        <p14:creationId xmlns:p14="http://schemas.microsoft.com/office/powerpoint/2010/main" val="34618836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56F4-4C55-B683-FAA0-7D23CC14C3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1C8029-2468-22ED-55F0-3C86E9411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B8F07-D568-5BAC-FF0C-5147B658BA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074251-B56C-1CE0-CE2E-B10933C20527}"/>
              </a:ext>
            </a:extLst>
          </p:cNvPr>
          <p:cNvSpPr>
            <a:spLocks noGrp="1"/>
          </p:cNvSpPr>
          <p:nvPr>
            <p:ph type="sldNum" sz="quarter" idx="5"/>
          </p:nvPr>
        </p:nvSpPr>
        <p:spPr/>
        <p:txBody>
          <a:bodyPr/>
          <a:lstStyle/>
          <a:p>
            <a:fld id="{4169D07A-98AC-4408-9A87-677237176D46}" type="slidenum">
              <a:rPr lang="en-GB" smtClean="0"/>
              <a:t>14</a:t>
            </a:fld>
            <a:endParaRPr lang="en-GB" dirty="0"/>
          </a:p>
        </p:txBody>
      </p:sp>
    </p:spTree>
    <p:extLst>
      <p:ext uri="{BB962C8B-B14F-4D97-AF65-F5344CB8AC3E}">
        <p14:creationId xmlns:p14="http://schemas.microsoft.com/office/powerpoint/2010/main" val="10206388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D2271-3733-8F15-C2D5-4B5BABE6B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13B7F-0E6E-68B6-816C-22FF17ED8A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DF7A85-22F9-0DB4-12FF-BB25BA5379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B80B1B-F702-795B-7803-EE780B9F5354}"/>
              </a:ext>
            </a:extLst>
          </p:cNvPr>
          <p:cNvSpPr>
            <a:spLocks noGrp="1"/>
          </p:cNvSpPr>
          <p:nvPr>
            <p:ph type="sldNum" sz="quarter" idx="5"/>
          </p:nvPr>
        </p:nvSpPr>
        <p:spPr/>
        <p:txBody>
          <a:bodyPr/>
          <a:lstStyle/>
          <a:p>
            <a:fld id="{4169D07A-98AC-4408-9A87-677237176D46}" type="slidenum">
              <a:rPr lang="en-GB" smtClean="0"/>
              <a:t>15</a:t>
            </a:fld>
            <a:endParaRPr lang="en-GB" dirty="0"/>
          </a:p>
        </p:txBody>
      </p:sp>
    </p:spTree>
    <p:extLst>
      <p:ext uri="{BB962C8B-B14F-4D97-AF65-F5344CB8AC3E}">
        <p14:creationId xmlns:p14="http://schemas.microsoft.com/office/powerpoint/2010/main" val="15544626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7AC2EB-5E1A-952A-E868-55E70A4760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F99E65-A1E5-62DA-6595-5DF67B43AD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1B21F-39A1-2B51-D595-30D9E27AB2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2F77DF-1141-5AA4-366D-093C52FBAC07}"/>
              </a:ext>
            </a:extLst>
          </p:cNvPr>
          <p:cNvSpPr>
            <a:spLocks noGrp="1"/>
          </p:cNvSpPr>
          <p:nvPr>
            <p:ph type="sldNum" sz="quarter" idx="5"/>
          </p:nvPr>
        </p:nvSpPr>
        <p:spPr/>
        <p:txBody>
          <a:bodyPr/>
          <a:lstStyle/>
          <a:p>
            <a:fld id="{4169D07A-98AC-4408-9A87-677237176D46}" type="slidenum">
              <a:rPr lang="en-GB" smtClean="0"/>
              <a:t>16</a:t>
            </a:fld>
            <a:endParaRPr lang="en-GB" dirty="0"/>
          </a:p>
        </p:txBody>
      </p:sp>
    </p:spTree>
    <p:extLst>
      <p:ext uri="{BB962C8B-B14F-4D97-AF65-F5344CB8AC3E}">
        <p14:creationId xmlns:p14="http://schemas.microsoft.com/office/powerpoint/2010/main" val="26203662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169D07A-98AC-4408-9A87-677237176D46}" type="slidenum">
              <a:rPr lang="en-GB" smtClean="0"/>
              <a:t>18</a:t>
            </a:fld>
            <a:endParaRPr lang="en-GB" dirty="0"/>
          </a:p>
        </p:txBody>
      </p:sp>
    </p:spTree>
    <p:extLst>
      <p:ext uri="{BB962C8B-B14F-4D97-AF65-F5344CB8AC3E}">
        <p14:creationId xmlns:p14="http://schemas.microsoft.com/office/powerpoint/2010/main" val="40278385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FB4BD-B369-AD49-FFD6-9EA6F928B8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398FF4-9CDC-84C5-0A78-4DF49F1A26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B91D45-560B-5063-1C9E-8769DA14DB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705105-6489-FAF9-8363-26FC4205479A}"/>
              </a:ext>
            </a:extLst>
          </p:cNvPr>
          <p:cNvSpPr>
            <a:spLocks noGrp="1"/>
          </p:cNvSpPr>
          <p:nvPr>
            <p:ph type="sldNum" sz="quarter" idx="5"/>
          </p:nvPr>
        </p:nvSpPr>
        <p:spPr/>
        <p:txBody>
          <a:bodyPr/>
          <a:lstStyle/>
          <a:p>
            <a:fld id="{4169D07A-98AC-4408-9A87-677237176D46}" type="slidenum">
              <a:rPr lang="en-GB" smtClean="0"/>
              <a:t>19</a:t>
            </a:fld>
            <a:endParaRPr lang="en-GB" dirty="0"/>
          </a:p>
        </p:txBody>
      </p:sp>
    </p:spTree>
    <p:extLst>
      <p:ext uri="{BB962C8B-B14F-4D97-AF65-F5344CB8AC3E}">
        <p14:creationId xmlns:p14="http://schemas.microsoft.com/office/powerpoint/2010/main" val="13350710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169D07A-98AC-4408-9A87-677237176D46}" type="slidenum">
              <a:rPr lang="en-GB" smtClean="0"/>
              <a:t>21</a:t>
            </a:fld>
            <a:endParaRPr lang="en-GB" dirty="0"/>
          </a:p>
        </p:txBody>
      </p:sp>
    </p:spTree>
    <p:extLst>
      <p:ext uri="{BB962C8B-B14F-4D97-AF65-F5344CB8AC3E}">
        <p14:creationId xmlns:p14="http://schemas.microsoft.com/office/powerpoint/2010/main" val="40278385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4EF4D-FF55-5AB0-13B7-7F199CDF2A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E0BBE8-4395-7503-238C-534AD7FD22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79E821-544B-6B27-ADD3-68DE6708ED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51D5F2-38E7-B8C8-70A1-B1C54AA35B9A}"/>
              </a:ext>
            </a:extLst>
          </p:cNvPr>
          <p:cNvSpPr>
            <a:spLocks noGrp="1"/>
          </p:cNvSpPr>
          <p:nvPr>
            <p:ph type="sldNum" sz="quarter" idx="5"/>
          </p:nvPr>
        </p:nvSpPr>
        <p:spPr/>
        <p:txBody>
          <a:bodyPr/>
          <a:lstStyle/>
          <a:p>
            <a:fld id="{4169D07A-98AC-4408-9A87-677237176D46}" type="slidenum">
              <a:rPr lang="en-GB" smtClean="0"/>
              <a:t>22</a:t>
            </a:fld>
            <a:endParaRPr lang="en-GB" dirty="0"/>
          </a:p>
        </p:txBody>
      </p:sp>
    </p:spTree>
    <p:extLst>
      <p:ext uri="{BB962C8B-B14F-4D97-AF65-F5344CB8AC3E}">
        <p14:creationId xmlns:p14="http://schemas.microsoft.com/office/powerpoint/2010/main" val="16145470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FB4BD-B369-AD49-FFD6-9EA6F928B8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398FF4-9CDC-84C5-0A78-4DF49F1A26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B91D45-560B-5063-1C9E-8769DA14DB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705105-6489-FAF9-8363-26FC4205479A}"/>
              </a:ext>
            </a:extLst>
          </p:cNvPr>
          <p:cNvSpPr>
            <a:spLocks noGrp="1"/>
          </p:cNvSpPr>
          <p:nvPr>
            <p:ph type="sldNum" sz="quarter" idx="5"/>
          </p:nvPr>
        </p:nvSpPr>
        <p:spPr/>
        <p:txBody>
          <a:bodyPr/>
          <a:lstStyle/>
          <a:p>
            <a:fld id="{4169D07A-98AC-4408-9A87-677237176D46}" type="slidenum">
              <a:rPr lang="en-GB" smtClean="0"/>
              <a:t>23</a:t>
            </a:fld>
            <a:endParaRPr lang="en-GB" dirty="0"/>
          </a:p>
        </p:txBody>
      </p:sp>
    </p:spTree>
    <p:extLst>
      <p:ext uri="{BB962C8B-B14F-4D97-AF65-F5344CB8AC3E}">
        <p14:creationId xmlns:p14="http://schemas.microsoft.com/office/powerpoint/2010/main" val="13350710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FA2A9-7AE6-A508-4D58-9201D35E36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5DFA6-C1FC-1DC3-7C0C-87B9566771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ACEEC-1545-F00A-ECF0-8B3C912E4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6E7583-4716-5BE5-C682-0754A7874A2D}"/>
              </a:ext>
            </a:extLst>
          </p:cNvPr>
          <p:cNvSpPr>
            <a:spLocks noGrp="1"/>
          </p:cNvSpPr>
          <p:nvPr>
            <p:ph type="sldNum" sz="quarter" idx="5"/>
          </p:nvPr>
        </p:nvSpPr>
        <p:spPr/>
        <p:txBody>
          <a:bodyPr/>
          <a:lstStyle/>
          <a:p>
            <a:fld id="{4169D07A-98AC-4408-9A87-677237176D46}" type="slidenum">
              <a:rPr lang="en-GB" smtClean="0"/>
              <a:t>24</a:t>
            </a:fld>
            <a:endParaRPr lang="en-GB" dirty="0"/>
          </a:p>
        </p:txBody>
      </p:sp>
    </p:spTree>
    <p:extLst>
      <p:ext uri="{BB962C8B-B14F-4D97-AF65-F5344CB8AC3E}">
        <p14:creationId xmlns:p14="http://schemas.microsoft.com/office/powerpoint/2010/main" val="13206694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169D07A-98AC-4408-9A87-677237176D46}" type="slidenum">
              <a:rPr lang="en-GB" smtClean="0"/>
              <a:t>26</a:t>
            </a:fld>
            <a:endParaRPr lang="en-GB" dirty="0"/>
          </a:p>
        </p:txBody>
      </p:sp>
    </p:spTree>
    <p:extLst>
      <p:ext uri="{BB962C8B-B14F-4D97-AF65-F5344CB8AC3E}">
        <p14:creationId xmlns:p14="http://schemas.microsoft.com/office/powerpoint/2010/main" val="402783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C0D42-E822-10CC-8040-B948F2D94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A4643F-2565-839F-351D-14F15BD809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8B5717-892B-D625-5D44-4794C4DDFF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B694CF-95FB-3DDF-FAC3-848A9C02F940}"/>
              </a:ext>
            </a:extLst>
          </p:cNvPr>
          <p:cNvSpPr>
            <a:spLocks noGrp="1"/>
          </p:cNvSpPr>
          <p:nvPr>
            <p:ph type="sldNum" sz="quarter" idx="5"/>
          </p:nvPr>
        </p:nvSpPr>
        <p:spPr/>
        <p:txBody>
          <a:bodyPr/>
          <a:lstStyle/>
          <a:p>
            <a:fld id="{4169D07A-98AC-4408-9A87-677237176D46}" type="slidenum">
              <a:rPr lang="en-GB" smtClean="0"/>
              <a:t>27</a:t>
            </a:fld>
            <a:endParaRPr lang="en-GB" dirty="0"/>
          </a:p>
        </p:txBody>
      </p:sp>
    </p:spTree>
    <p:extLst>
      <p:ext uri="{BB962C8B-B14F-4D97-AF65-F5344CB8AC3E}">
        <p14:creationId xmlns:p14="http://schemas.microsoft.com/office/powerpoint/2010/main" val="1648922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6F76-CD6D-E6EF-35CD-B722A844E3F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FB4A2B2-A948-3163-C448-75D4A2D781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B0FCE47-340F-0FB3-87FD-F939EE3F8D63}"/>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5" name="Footer Placeholder 4">
            <a:extLst>
              <a:ext uri="{FF2B5EF4-FFF2-40B4-BE49-F238E27FC236}">
                <a16:creationId xmlns:a16="http://schemas.microsoft.com/office/drawing/2014/main" id="{03CB1C02-71CA-EEF8-F7D3-2561C09A6A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1736930-D9FB-9E78-5A1D-696083B51AE6}"/>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3899088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C9E01A-3158-7527-DFA1-0B5FCDD86F7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459BD2E-1C2D-2E75-44D6-A90607B84E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EBA608E-E796-CDF5-8A28-708ADE69BFFF}"/>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5" name="Footer Placeholder 4">
            <a:extLst>
              <a:ext uri="{FF2B5EF4-FFF2-40B4-BE49-F238E27FC236}">
                <a16:creationId xmlns:a16="http://schemas.microsoft.com/office/drawing/2014/main" id="{641FD0AD-9905-905A-D693-54529B0DDC6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E9273C6-CF6A-3CFB-69CB-7E3D2F5BF387}"/>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7893373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65473-1758-BC42-9A04-E851084FA1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6D4A2912-6367-AB58-D1B4-A85C3EB79EF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BA926A9-07EE-0DC2-3EF1-DF4B77C85598}"/>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5" name="Footer Placeholder 4">
            <a:extLst>
              <a:ext uri="{FF2B5EF4-FFF2-40B4-BE49-F238E27FC236}">
                <a16:creationId xmlns:a16="http://schemas.microsoft.com/office/drawing/2014/main" id="{A95BBABB-ABE3-E6F5-CA06-14C0CE86A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00435F5-91E1-4FFB-18BF-EE701A7AD43D}"/>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12540956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2ABBC-7B9A-EAA2-E678-F539F864A7E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84B115A-E91E-9AC2-244D-370350B44B9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D7552C74-FDA0-7F6B-618E-03AC419D19E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72E1321-C623-2914-318B-4D8452F17C72}"/>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6" name="Footer Placeholder 5">
            <a:extLst>
              <a:ext uri="{FF2B5EF4-FFF2-40B4-BE49-F238E27FC236}">
                <a16:creationId xmlns:a16="http://schemas.microsoft.com/office/drawing/2014/main" id="{205FF59E-B0F9-0BE7-C666-6A6DB4921BE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1EF9A6C-4236-EE6F-8712-A55D06F71609}"/>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26484842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9989D-F55F-0B5A-476F-CB28A7B9346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799B9F0-B48F-CE5F-35D4-6C7A69D432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46F4756-49EE-F08C-D0F2-6DA88CC7145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B49C4AD-49DE-E147-8105-01C48BDBDE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E153349-8A03-FD5E-DD0B-C7C4375CB94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8D3458B-E293-C3C6-86FA-CFCF72512133}"/>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8" name="Footer Placeholder 7">
            <a:extLst>
              <a:ext uri="{FF2B5EF4-FFF2-40B4-BE49-F238E27FC236}">
                <a16:creationId xmlns:a16="http://schemas.microsoft.com/office/drawing/2014/main" id="{C4F1B47A-58E2-C91D-E082-FD576C78B7C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CFD064F-2CBB-7C40-AD81-0ACFD403BF59}"/>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18882505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DCC25C-1A6B-3042-A03D-79A58F4FF77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02130FA-A8C4-4580-7A36-E1DC7E8EB2D8}"/>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4" name="Footer Placeholder 3">
            <a:extLst>
              <a:ext uri="{FF2B5EF4-FFF2-40B4-BE49-F238E27FC236}">
                <a16:creationId xmlns:a16="http://schemas.microsoft.com/office/drawing/2014/main" id="{E1E1FC38-A98A-995A-F9FF-E3B5DC6D7531}"/>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7854338-0A3E-301F-54A7-8D859111B1AB}"/>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32357591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7E21FD-77D7-D907-75E5-6355824409C5}"/>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3" name="Footer Placeholder 2">
            <a:extLst>
              <a:ext uri="{FF2B5EF4-FFF2-40B4-BE49-F238E27FC236}">
                <a16:creationId xmlns:a16="http://schemas.microsoft.com/office/drawing/2014/main" id="{2868BCDC-0A0B-5768-CACD-3FD050E6030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3756AD24-5721-6BF5-85E1-03E3A497D5D8}"/>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1796831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B3F10-9961-2B31-ED60-708B640E07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9FBEA6BD-7B65-E239-D247-6E8E331DE4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96B93E2-3E71-FD2B-8B8B-DE1499457B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B311AC-DD34-0BF3-7946-EC11682C16BC}"/>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6" name="Footer Placeholder 5">
            <a:extLst>
              <a:ext uri="{FF2B5EF4-FFF2-40B4-BE49-F238E27FC236}">
                <a16:creationId xmlns:a16="http://schemas.microsoft.com/office/drawing/2014/main" id="{9EF8CF4F-D504-8367-535A-DE3F7173387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177E0C1-5C6C-7A7A-0A93-93650253E6A6}"/>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2371404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19F77-12D1-76A7-800A-83F6FFB9A98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786543C-302F-8D00-49C3-DCCB160296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D4F46404-D096-3546-F501-60B47EF6D8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4A9A5FE-24BA-CC71-4124-6CD517FD6CEF}"/>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6" name="Footer Placeholder 5">
            <a:extLst>
              <a:ext uri="{FF2B5EF4-FFF2-40B4-BE49-F238E27FC236}">
                <a16:creationId xmlns:a16="http://schemas.microsoft.com/office/drawing/2014/main" id="{6E965876-BF21-3CE9-09DC-2E47C0F6D15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A37A7A6-6775-1B7A-8B4D-5593CCD6626C}"/>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37405084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B049F-19FB-8169-5615-089123ECC4F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4DE85E0-DE28-0DEA-AFF1-EDA4661D6E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837C5F-D1B1-A2C0-6525-AC32CDB5321E}"/>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5" name="Footer Placeholder 4">
            <a:extLst>
              <a:ext uri="{FF2B5EF4-FFF2-40B4-BE49-F238E27FC236}">
                <a16:creationId xmlns:a16="http://schemas.microsoft.com/office/drawing/2014/main" id="{AF4C64B2-3F91-EF0B-377F-2EB7BCABD51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CB41ABB-67DE-8F6C-B12E-10DC2262F742}"/>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25438686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D189D2-4327-0998-CD9B-3BD124F38AD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7C587F1-A1D4-11EA-6C5F-BC4A864918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8CA9D11-DDDD-7343-5A0F-78EDC9DC4B44}"/>
              </a:ext>
            </a:extLst>
          </p:cNvPr>
          <p:cNvSpPr>
            <a:spLocks noGrp="1"/>
          </p:cNvSpPr>
          <p:nvPr>
            <p:ph type="dt" sz="half" idx="10"/>
          </p:nvPr>
        </p:nvSpPr>
        <p:spPr/>
        <p:txBody>
          <a:bodyPr/>
          <a:lstStyle/>
          <a:p>
            <a:fld id="{28AC259E-556D-4235-96F0-6E58B2597D71}" type="datetimeFigureOut">
              <a:rPr lang="en-IN" smtClean="0"/>
              <a:t>01-03-2026</a:t>
            </a:fld>
            <a:endParaRPr lang="en-IN"/>
          </a:p>
        </p:txBody>
      </p:sp>
      <p:sp>
        <p:nvSpPr>
          <p:cNvPr id="5" name="Footer Placeholder 4">
            <a:extLst>
              <a:ext uri="{FF2B5EF4-FFF2-40B4-BE49-F238E27FC236}">
                <a16:creationId xmlns:a16="http://schemas.microsoft.com/office/drawing/2014/main" id="{22C34D45-1946-FDA6-9065-E6807B23144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7E786-8B60-E03B-9868-879859728E5E}"/>
              </a:ext>
            </a:extLst>
          </p:cNvPr>
          <p:cNvSpPr>
            <a:spLocks noGrp="1"/>
          </p:cNvSpPr>
          <p:nvPr>
            <p:ph type="sldNum" sz="quarter" idx="12"/>
          </p:nvPr>
        </p:nvSpPr>
        <p:spPr/>
        <p:txBody>
          <a:bodyPr/>
          <a:lstStyle/>
          <a:p>
            <a:fld id="{BE023D60-14EE-4B70-9C4B-D6B619001BF7}" type="slidenum">
              <a:rPr lang="en-IN" smtClean="0"/>
              <a:t>‹#›</a:t>
            </a:fld>
            <a:endParaRPr lang="en-IN"/>
          </a:p>
        </p:txBody>
      </p:sp>
    </p:spTree>
    <p:extLst>
      <p:ext uri="{BB962C8B-B14F-4D97-AF65-F5344CB8AC3E}">
        <p14:creationId xmlns:p14="http://schemas.microsoft.com/office/powerpoint/2010/main" val="21361448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Page - Yellow - Client Logo">
    <p:bg>
      <p:bgPr>
        <a:solidFill>
          <a:schemeClr val="bg1"/>
        </a:solidFill>
        <a:effectLst/>
      </p:bgPr>
    </p:bg>
    <p:spTree>
      <p:nvGrpSpPr>
        <p:cNvPr id="1" name=""/>
        <p:cNvGrpSpPr/>
        <p:nvPr/>
      </p:nvGrpSpPr>
      <p:grpSpPr>
        <a:xfrm>
          <a:off x="0" y="0"/>
          <a:ext cx="0" cy="0"/>
          <a:chOff x="0" y="0"/>
          <a:chExt cx="0" cy="0"/>
        </a:xfrm>
      </p:grpSpPr>
      <p:pic>
        <p:nvPicPr>
          <p:cNvPr id="4" name="Picture 3" descr="A blue background with curved lines&#10;&#10;AI-generated content may be incorrect.">
            <a:extLst>
              <a:ext uri="{FF2B5EF4-FFF2-40B4-BE49-F238E27FC236}">
                <a16:creationId xmlns:a16="http://schemas.microsoft.com/office/drawing/2014/main" id="{B73DC436-C430-1491-E846-E1D25FC0680F}"/>
              </a:ext>
            </a:extLst>
          </p:cNvPr>
          <p:cNvPicPr>
            <a:picLocks noChangeAspect="1"/>
          </p:cNvPicPr>
          <p:nvPr userDrawn="1"/>
        </p:nvPicPr>
        <p:blipFill>
          <a:blip r:embed="rId2"/>
          <a:stretch>
            <a:fillRect/>
          </a:stretch>
        </p:blipFill>
        <p:spPr>
          <a:xfrm>
            <a:off x="1" y="0"/>
            <a:ext cx="12226183" cy="6858000"/>
          </a:xfrm>
          <a:prstGeom prst="rect">
            <a:avLst/>
          </a:prstGeom>
        </p:spPr>
      </p:pic>
      <p:sp>
        <p:nvSpPr>
          <p:cNvPr id="18" name="Text Placeholder 17"/>
          <p:cNvSpPr>
            <a:spLocks noGrp="1"/>
          </p:cNvSpPr>
          <p:nvPr>
            <p:ph type="body" sz="quarter" idx="11" hasCustomPrompt="1"/>
          </p:nvPr>
        </p:nvSpPr>
        <p:spPr>
          <a:xfrm>
            <a:off x="3630086" y="3705443"/>
            <a:ext cx="4931833" cy="270988"/>
          </a:xfrm>
          <a:prstGeom prst="rect">
            <a:avLst/>
          </a:prstGeom>
        </p:spPr>
        <p:txBody>
          <a:bodyPr lIns="0" tIns="0" rIns="0" bIns="0"/>
          <a:lstStyle>
            <a:lvl1pPr marL="0" indent="0" algn="ctr">
              <a:lnSpc>
                <a:spcPct val="100000"/>
              </a:lnSpc>
              <a:buNone/>
              <a:defRPr sz="1333" b="0" i="0" spc="267" baseline="0">
                <a:solidFill>
                  <a:schemeClr val="tx1"/>
                </a:solidFill>
                <a:latin typeface="Arial" charset="0"/>
                <a:ea typeface="Arial" charset="0"/>
                <a:cs typeface="Arial" charset="0"/>
              </a:defRPr>
            </a:lvl1pPr>
            <a:lvl2pPr marL="372515" indent="0">
              <a:lnSpc>
                <a:spcPct val="100000"/>
              </a:lnSpc>
              <a:buNone/>
              <a:defRPr sz="800">
                <a:solidFill>
                  <a:srgbClr val="728595"/>
                </a:solidFill>
                <a:latin typeface="Roboto Light" panose="02000000000000000000" pitchFamily="2" charset="0"/>
                <a:ea typeface="Roboto Light" panose="02000000000000000000" pitchFamily="2" charset="0"/>
                <a:cs typeface="Roboto Light" panose="02000000000000000000" pitchFamily="2" charset="0"/>
              </a:defRPr>
            </a:lvl2pPr>
            <a:lvl3pPr marL="755612" indent="0">
              <a:lnSpc>
                <a:spcPct val="100000"/>
              </a:lnSpc>
              <a:buNone/>
              <a:defRPr sz="800">
                <a:solidFill>
                  <a:srgbClr val="728595"/>
                </a:solidFill>
                <a:latin typeface="Roboto Light" panose="02000000000000000000" pitchFamily="2" charset="0"/>
                <a:ea typeface="Roboto Light" panose="02000000000000000000" pitchFamily="2" charset="0"/>
                <a:cs typeface="Roboto Light" panose="02000000000000000000" pitchFamily="2" charset="0"/>
              </a:defRPr>
            </a:lvl3pPr>
            <a:lvl4pPr marL="1130244" indent="0">
              <a:lnSpc>
                <a:spcPct val="100000"/>
              </a:lnSpc>
              <a:buNone/>
              <a:defRPr sz="800">
                <a:solidFill>
                  <a:srgbClr val="728595"/>
                </a:solidFill>
                <a:latin typeface="Roboto Light" panose="02000000000000000000" pitchFamily="2" charset="0"/>
                <a:ea typeface="Roboto Light" panose="02000000000000000000" pitchFamily="2" charset="0"/>
                <a:cs typeface="Roboto Light" panose="02000000000000000000" pitchFamily="2" charset="0"/>
              </a:defRPr>
            </a:lvl4pPr>
            <a:lvl5pPr marL="1443495" indent="0">
              <a:lnSpc>
                <a:spcPct val="100000"/>
              </a:lnSpc>
              <a:buNone/>
              <a:defRPr sz="800">
                <a:solidFill>
                  <a:srgbClr val="728595"/>
                </a:solidFill>
                <a:latin typeface="Roboto Light" panose="02000000000000000000" pitchFamily="2" charset="0"/>
                <a:ea typeface="Roboto Light" panose="02000000000000000000" pitchFamily="2" charset="0"/>
                <a:cs typeface="Roboto Light" panose="02000000000000000000" pitchFamily="2" charset="0"/>
              </a:defRPr>
            </a:lvl5pPr>
          </a:lstStyle>
          <a:p>
            <a:pPr lvl="0"/>
            <a:r>
              <a:rPr lang="en-US" dirty="0"/>
              <a:t>PRESENTATION DATE</a:t>
            </a:r>
          </a:p>
        </p:txBody>
      </p:sp>
      <p:cxnSp>
        <p:nvCxnSpPr>
          <p:cNvPr id="10" name="Straight Connector 9"/>
          <p:cNvCxnSpPr/>
          <p:nvPr userDrawn="1"/>
        </p:nvCxnSpPr>
        <p:spPr>
          <a:xfrm>
            <a:off x="-34183" y="8110409"/>
            <a:ext cx="12260365" cy="0"/>
          </a:xfrm>
          <a:prstGeom prst="line">
            <a:avLst/>
          </a:prstGeom>
          <a:ln w="6350" cap="flat" cmpd="sng" algn="ctr">
            <a:solidFill>
              <a:schemeClr val="accent5">
                <a:alpha val="10000"/>
              </a:schemeClr>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3" name="Title 2"/>
          <p:cNvSpPr>
            <a:spLocks noGrp="1"/>
          </p:cNvSpPr>
          <p:nvPr>
            <p:ph type="title" hasCustomPrompt="1"/>
          </p:nvPr>
        </p:nvSpPr>
        <p:spPr>
          <a:xfrm>
            <a:off x="765173" y="2215092"/>
            <a:ext cx="10611576" cy="732869"/>
          </a:xfrm>
          <a:prstGeom prst="rect">
            <a:avLst/>
          </a:prstGeom>
        </p:spPr>
        <p:txBody>
          <a:bodyPr lIns="0" tIns="0" rIns="0" bIns="0" anchor="ctr" anchorCtr="0"/>
          <a:lstStyle>
            <a:lvl1pPr algn="ctr">
              <a:defRPr sz="4800" b="1" i="0">
                <a:solidFill>
                  <a:schemeClr val="bg1"/>
                </a:solidFill>
                <a:latin typeface="Arial" charset="0"/>
                <a:ea typeface="Arial" charset="0"/>
                <a:cs typeface="Arial" charset="0"/>
              </a:defRPr>
            </a:lvl1pPr>
          </a:lstStyle>
          <a:p>
            <a:r>
              <a:rPr lang="en-US" dirty="0"/>
              <a:t>Presentation Title</a:t>
            </a:r>
            <a:endParaRPr lang="en-GB" dirty="0"/>
          </a:p>
        </p:txBody>
      </p:sp>
      <p:sp>
        <p:nvSpPr>
          <p:cNvPr id="6" name="Text Placeholder 5"/>
          <p:cNvSpPr>
            <a:spLocks noGrp="1"/>
          </p:cNvSpPr>
          <p:nvPr>
            <p:ph type="body" sz="quarter" idx="10" hasCustomPrompt="1"/>
          </p:nvPr>
        </p:nvSpPr>
        <p:spPr>
          <a:xfrm>
            <a:off x="765173" y="3093068"/>
            <a:ext cx="10611576" cy="467273"/>
          </a:xfrm>
          <a:prstGeom prst="rect">
            <a:avLst/>
          </a:prstGeom>
        </p:spPr>
        <p:txBody>
          <a:bodyPr lIns="0" tIns="0" rIns="0" bIns="0"/>
          <a:lstStyle>
            <a:lvl1pPr marL="0" indent="0" algn="ctr">
              <a:buNone/>
              <a:defRPr sz="2133" b="1" i="0">
                <a:solidFill>
                  <a:schemeClr val="bg1"/>
                </a:solidFill>
                <a:latin typeface="Arial" charset="0"/>
                <a:ea typeface="Arial" charset="0"/>
                <a:cs typeface="Arial" charset="0"/>
              </a:defRPr>
            </a:lvl1pPr>
            <a:lvl2pPr marL="372515" indent="0">
              <a:buNone/>
              <a:defRPr sz="5867">
                <a:solidFill>
                  <a:schemeClr val="bg1"/>
                </a:solidFill>
                <a:latin typeface="Roboto Thin" panose="02000000000000000000" pitchFamily="2" charset="0"/>
                <a:ea typeface="Roboto Thin" panose="02000000000000000000" pitchFamily="2" charset="0"/>
                <a:cs typeface="Roboto Thin" panose="02000000000000000000" pitchFamily="2" charset="0"/>
              </a:defRPr>
            </a:lvl2pPr>
            <a:lvl3pPr marL="755612" indent="0">
              <a:buNone/>
              <a:defRPr sz="5867">
                <a:solidFill>
                  <a:schemeClr val="bg1"/>
                </a:solidFill>
                <a:latin typeface="Roboto Thin" panose="02000000000000000000" pitchFamily="2" charset="0"/>
                <a:ea typeface="Roboto Thin" panose="02000000000000000000" pitchFamily="2" charset="0"/>
                <a:cs typeface="Roboto Thin" panose="02000000000000000000" pitchFamily="2" charset="0"/>
              </a:defRPr>
            </a:lvl3pPr>
            <a:lvl4pPr marL="1130244" indent="0">
              <a:buNone/>
              <a:defRPr sz="5867">
                <a:solidFill>
                  <a:schemeClr val="bg1"/>
                </a:solidFill>
                <a:latin typeface="Roboto Thin" panose="02000000000000000000" pitchFamily="2" charset="0"/>
                <a:ea typeface="Roboto Thin" panose="02000000000000000000" pitchFamily="2" charset="0"/>
                <a:cs typeface="Roboto Thin" panose="02000000000000000000" pitchFamily="2" charset="0"/>
              </a:defRPr>
            </a:lvl4pPr>
            <a:lvl5pPr marL="1443495" indent="0">
              <a:buNone/>
              <a:defRPr sz="5867">
                <a:solidFill>
                  <a:schemeClr val="bg1"/>
                </a:solidFill>
                <a:latin typeface="Roboto Thin" panose="02000000000000000000" pitchFamily="2" charset="0"/>
                <a:ea typeface="Roboto Thin" panose="02000000000000000000" pitchFamily="2" charset="0"/>
                <a:cs typeface="Roboto Thin" panose="02000000000000000000" pitchFamily="2" charset="0"/>
              </a:defRPr>
            </a:lvl5pPr>
          </a:lstStyle>
          <a:p>
            <a:pPr lvl="0"/>
            <a:r>
              <a:rPr lang="en-US" dirty="0"/>
              <a:t>Presentation Subtitle</a:t>
            </a:r>
          </a:p>
        </p:txBody>
      </p:sp>
      <p:sp>
        <p:nvSpPr>
          <p:cNvPr id="7" name="Content Placeholder 6">
            <a:extLst>
              <a:ext uri="{FF2B5EF4-FFF2-40B4-BE49-F238E27FC236}">
                <a16:creationId xmlns:a16="http://schemas.microsoft.com/office/drawing/2014/main" id="{5C64F9DD-DE30-C34A-A485-A07A839C3CA1}"/>
              </a:ext>
            </a:extLst>
          </p:cNvPr>
          <p:cNvSpPr>
            <a:spLocks noGrp="1"/>
          </p:cNvSpPr>
          <p:nvPr>
            <p:ph sz="quarter" idx="13" hasCustomPrompt="1"/>
          </p:nvPr>
        </p:nvSpPr>
        <p:spPr>
          <a:xfrm>
            <a:off x="7063317" y="5454985"/>
            <a:ext cx="3510899" cy="683351"/>
          </a:xfrm>
          <a:prstGeom prst="rect">
            <a:avLst/>
          </a:prstGeom>
        </p:spPr>
        <p:txBody>
          <a:bodyPr anchor="ctr"/>
          <a:lstStyle>
            <a:lvl1pPr marL="0" indent="0" algn="ctr">
              <a:buNone/>
              <a:defRPr sz="1867">
                <a:solidFill>
                  <a:schemeClr val="bg1"/>
                </a:solidFill>
                <a:latin typeface="Arial" panose="020B0604020202020204" pitchFamily="34" charset="0"/>
                <a:cs typeface="Arial" panose="020B0604020202020204" pitchFamily="34" charset="0"/>
              </a:defRPr>
            </a:lvl1pPr>
          </a:lstStyle>
          <a:p>
            <a:pPr lvl="0"/>
            <a:r>
              <a:rPr lang="en-US" dirty="0"/>
              <a:t>Insert client logo</a:t>
            </a:r>
          </a:p>
        </p:txBody>
      </p:sp>
      <p:pic>
        <p:nvPicPr>
          <p:cNvPr id="5" name="Picture 4" descr="A black background with white text&#10;&#10;AI-generated content may be incorrect.">
            <a:extLst>
              <a:ext uri="{FF2B5EF4-FFF2-40B4-BE49-F238E27FC236}">
                <a16:creationId xmlns:a16="http://schemas.microsoft.com/office/drawing/2014/main" id="{932B273F-83BA-A2C5-1897-4D85557BA0D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82256" y="3560340"/>
            <a:ext cx="3759200" cy="3759200"/>
          </a:xfrm>
          <a:prstGeom prst="rect">
            <a:avLst/>
          </a:prstGeom>
        </p:spPr>
      </p:pic>
    </p:spTree>
    <p:extLst>
      <p:ext uri="{BB962C8B-B14F-4D97-AF65-F5344CB8AC3E}">
        <p14:creationId xmlns:p14="http://schemas.microsoft.com/office/powerpoint/2010/main" val="8744741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 White">
    <p:bg>
      <p:bgPr>
        <a:solidFill>
          <a:srgbClr val="FEFDFF"/>
        </a:solidFill>
        <a:effectLst/>
      </p:bgPr>
    </p:bg>
    <p:spTree>
      <p:nvGrpSpPr>
        <p:cNvPr id="1" name=""/>
        <p:cNvGrpSpPr/>
        <p:nvPr/>
      </p:nvGrpSpPr>
      <p:grpSpPr>
        <a:xfrm>
          <a:off x="0" y="0"/>
          <a:ext cx="0" cy="0"/>
          <a:chOff x="0" y="0"/>
          <a:chExt cx="0" cy="0"/>
        </a:xfrm>
      </p:grpSpPr>
      <p:sp>
        <p:nvSpPr>
          <p:cNvPr id="20" name="Title 1"/>
          <p:cNvSpPr>
            <a:spLocks noGrp="1"/>
          </p:cNvSpPr>
          <p:nvPr>
            <p:ph type="title" hasCustomPrompt="1"/>
          </p:nvPr>
        </p:nvSpPr>
        <p:spPr>
          <a:xfrm>
            <a:off x="685950" y="571697"/>
            <a:ext cx="10807652" cy="440488"/>
          </a:xfrm>
          <a:prstGeom prst="rect">
            <a:avLst/>
          </a:prstGeom>
        </p:spPr>
        <p:txBody>
          <a:bodyPr lIns="0" tIns="0" rIns="0" bIns="0" anchor="ctr" anchorCtr="0"/>
          <a:lstStyle>
            <a:lvl1pPr algn="l">
              <a:lnSpc>
                <a:spcPts val="2667"/>
              </a:lnSpc>
              <a:defRPr sz="2933" b="1" i="0">
                <a:solidFill>
                  <a:schemeClr val="tx1"/>
                </a:solidFill>
                <a:latin typeface="Arial" charset="0"/>
                <a:ea typeface="Arial" charset="0"/>
                <a:cs typeface="Arial" charset="0"/>
              </a:defRPr>
            </a:lvl1pPr>
          </a:lstStyle>
          <a:p>
            <a:r>
              <a:rPr lang="en-US" dirty="0"/>
              <a:t>Slide title</a:t>
            </a:r>
            <a:endParaRPr lang="en-GB" dirty="0"/>
          </a:p>
        </p:txBody>
      </p:sp>
      <p:sp>
        <p:nvSpPr>
          <p:cNvPr id="3" name="Text Placeholder 2">
            <a:extLst>
              <a:ext uri="{FF2B5EF4-FFF2-40B4-BE49-F238E27FC236}">
                <a16:creationId xmlns:a16="http://schemas.microsoft.com/office/drawing/2014/main" id="{36200608-C600-554E-813F-6D4EC02AF493}"/>
              </a:ext>
            </a:extLst>
          </p:cNvPr>
          <p:cNvSpPr>
            <a:spLocks noGrp="1"/>
          </p:cNvSpPr>
          <p:nvPr>
            <p:ph type="body" sz="quarter" idx="10"/>
          </p:nvPr>
        </p:nvSpPr>
        <p:spPr>
          <a:xfrm>
            <a:off x="569070" y="1583269"/>
            <a:ext cx="10807700" cy="2800351"/>
          </a:xfrm>
          <a:prstGeom prst="rect">
            <a:avLst/>
          </a:prstGeom>
        </p:spPr>
        <p:txBody>
          <a:bodyPr/>
          <a:lstStyle>
            <a:lvl1pPr marL="380981" indent="-380981">
              <a:buClr>
                <a:schemeClr val="accent3"/>
              </a:buClr>
              <a:buFont typeface="Arial" panose="020B0604020202020204" pitchFamily="34" charset="0"/>
              <a:buChar char="•"/>
              <a:defRPr sz="2133">
                <a:latin typeface="Arial" panose="020B0604020202020204" pitchFamily="34" charset="0"/>
                <a:cs typeface="Arial" panose="020B0604020202020204" pitchFamily="34" charset="0"/>
              </a:defRPr>
            </a:lvl1pPr>
            <a:lvl2pPr marL="598988" indent="-243405">
              <a:buClr>
                <a:schemeClr val="accent3"/>
              </a:buClr>
              <a:buFont typeface="Arial" panose="020B0604020202020204" pitchFamily="34" charset="0"/>
              <a:buChar char="•"/>
              <a:defRPr sz="2133">
                <a:latin typeface="Arial" panose="020B0604020202020204" pitchFamily="34" charset="0"/>
                <a:cs typeface="Arial" panose="020B0604020202020204" pitchFamily="34" charset="0"/>
              </a:defRPr>
            </a:lvl2pPr>
            <a:lvl3pPr marL="833926" indent="-239173">
              <a:buClr>
                <a:schemeClr val="accent3"/>
              </a:buClr>
              <a:buFont typeface="Arial" panose="020B0604020202020204" pitchFamily="34" charset="0"/>
              <a:buChar char="•"/>
              <a:defRPr sz="2133">
                <a:latin typeface="Arial" panose="020B0604020202020204" pitchFamily="34" charset="0"/>
                <a:cs typeface="Arial" panose="020B0604020202020204" pitchFamily="34" charset="0"/>
              </a:defRPr>
            </a:lvl3pPr>
            <a:lvl4pPr marL="1077330" indent="-243405">
              <a:buClr>
                <a:schemeClr val="accent3"/>
              </a:buClr>
              <a:buFont typeface="Arial" panose="020B0604020202020204" pitchFamily="34" charset="0"/>
              <a:buChar char="•"/>
              <a:defRPr sz="2133">
                <a:latin typeface="Arial" panose="020B0604020202020204" pitchFamily="34" charset="0"/>
                <a:cs typeface="Arial" panose="020B0604020202020204" pitchFamily="34" charset="0"/>
              </a:defRPr>
            </a:lvl4pPr>
            <a:lvl5pPr marL="1316502" indent="-239173">
              <a:buClr>
                <a:schemeClr val="accent3"/>
              </a:buClr>
              <a:buFont typeface="Arial" panose="020B0604020202020204" pitchFamily="34" charset="0"/>
              <a:buChar char="•"/>
              <a:defRPr sz="2133">
                <a:latin typeface="Arial" panose="020B0604020202020204" pitchFamily="34" charset="0"/>
                <a:cs typeface="Arial" panose="020B060402020202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Box 16">
            <a:extLst>
              <a:ext uri="{FF2B5EF4-FFF2-40B4-BE49-F238E27FC236}">
                <a16:creationId xmlns:a16="http://schemas.microsoft.com/office/drawing/2014/main" id="{C95C8156-3E9F-6D42-BC09-E86831EB4BD7}"/>
              </a:ext>
            </a:extLst>
          </p:cNvPr>
          <p:cNvSpPr txBox="1"/>
          <p:nvPr userDrawn="1"/>
        </p:nvSpPr>
        <p:spPr>
          <a:xfrm>
            <a:off x="11469217" y="6576097"/>
            <a:ext cx="666087" cy="194990"/>
          </a:xfrm>
          <a:prstGeom prst="rect">
            <a:avLst/>
          </a:prstGeom>
          <a:noFill/>
        </p:spPr>
        <p:txBody>
          <a:bodyPr wrap="square" rtlCol="0">
            <a:spAutoFit/>
          </a:bodyPr>
          <a:lstStyle/>
          <a:p>
            <a:pPr algn="r"/>
            <a:fld id="{A99FBE0F-E013-8744-85F1-2202A360EF8A}" type="slidenum">
              <a:rPr lang="en-US" sz="667" b="0" i="0" spc="0" baseline="0" smtClean="0">
                <a:solidFill>
                  <a:schemeClr val="bg1"/>
                </a:solidFill>
                <a:latin typeface="Arial" charset="0"/>
                <a:ea typeface="Arial" charset="0"/>
                <a:cs typeface="Arial" charset="0"/>
              </a:rPr>
              <a:pPr algn="r"/>
              <a:t>‹#›</a:t>
            </a:fld>
            <a:endParaRPr lang="en-US" sz="667" b="0" i="0" spc="0" baseline="0" dirty="0">
              <a:solidFill>
                <a:schemeClr val="bg1"/>
              </a:solidFill>
              <a:latin typeface="Arial" charset="0"/>
              <a:ea typeface="Arial" charset="0"/>
              <a:cs typeface="Arial" charset="0"/>
            </a:endParaRPr>
          </a:p>
        </p:txBody>
      </p:sp>
      <p:pic>
        <p:nvPicPr>
          <p:cNvPr id="6" name="Picture 5">
            <a:extLst>
              <a:ext uri="{FF2B5EF4-FFF2-40B4-BE49-F238E27FC236}">
                <a16:creationId xmlns:a16="http://schemas.microsoft.com/office/drawing/2014/main" id="{EA1BCDDE-4B2D-D9CB-1B80-F64BBF7AB97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558997"/>
            <a:ext cx="419279" cy="358907"/>
          </a:xfrm>
          <a:prstGeom prst="rect">
            <a:avLst/>
          </a:prstGeom>
        </p:spPr>
      </p:pic>
      <p:grpSp>
        <p:nvGrpSpPr>
          <p:cNvPr id="9" name="Group 8">
            <a:extLst>
              <a:ext uri="{FF2B5EF4-FFF2-40B4-BE49-F238E27FC236}">
                <a16:creationId xmlns:a16="http://schemas.microsoft.com/office/drawing/2014/main" id="{B80FCFB7-345B-5532-901F-FB3C2AA30452}"/>
              </a:ext>
            </a:extLst>
          </p:cNvPr>
          <p:cNvGrpSpPr/>
          <p:nvPr userDrawn="1"/>
        </p:nvGrpSpPr>
        <p:grpSpPr>
          <a:xfrm>
            <a:off x="-56699" y="6286303"/>
            <a:ext cx="12248699" cy="582884"/>
            <a:chOff x="-42524" y="4714727"/>
            <a:chExt cx="9186524" cy="437163"/>
          </a:xfrm>
        </p:grpSpPr>
        <p:pic>
          <p:nvPicPr>
            <p:cNvPr id="10" name="Picture 9">
              <a:extLst>
                <a:ext uri="{FF2B5EF4-FFF2-40B4-BE49-F238E27FC236}">
                  <a16:creationId xmlns:a16="http://schemas.microsoft.com/office/drawing/2014/main" id="{FAD3E70E-8207-1DD9-A0BA-C9B76DADC2A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2524" y="4714727"/>
              <a:ext cx="9186524" cy="437163"/>
            </a:xfrm>
            <a:prstGeom prst="rect">
              <a:avLst/>
            </a:prstGeom>
          </p:spPr>
        </p:pic>
        <p:grpSp>
          <p:nvGrpSpPr>
            <p:cNvPr id="11" name="Group 10">
              <a:extLst>
                <a:ext uri="{FF2B5EF4-FFF2-40B4-BE49-F238E27FC236}">
                  <a16:creationId xmlns:a16="http://schemas.microsoft.com/office/drawing/2014/main" id="{57882186-B640-AD70-6515-3EE323ECF299}"/>
                </a:ext>
              </a:extLst>
            </p:cNvPr>
            <p:cNvGrpSpPr/>
            <p:nvPr userDrawn="1"/>
          </p:nvGrpSpPr>
          <p:grpSpPr>
            <a:xfrm>
              <a:off x="157229" y="4832170"/>
              <a:ext cx="1798358" cy="269180"/>
              <a:chOff x="314460" y="4647384"/>
              <a:chExt cx="2355272" cy="359852"/>
            </a:xfrm>
          </p:grpSpPr>
          <p:pic>
            <p:nvPicPr>
              <p:cNvPr id="12" name="Picture 11" descr="A black background with white text&#10;&#10;AI-generated content may be incorrect.">
                <a:extLst>
                  <a:ext uri="{FF2B5EF4-FFF2-40B4-BE49-F238E27FC236}">
                    <a16:creationId xmlns:a16="http://schemas.microsoft.com/office/drawing/2014/main" id="{14B8BAAB-1A0E-E7F6-9140-98409B12FFEE}"/>
                  </a:ext>
                </a:extLst>
              </p:cNvPr>
              <p:cNvPicPr>
                <a:picLocks noChangeAspect="1"/>
              </p:cNvPicPr>
              <p:nvPr userDrawn="1"/>
            </p:nvPicPr>
            <p:blipFill>
              <a:blip r:embed="rId4">
                <a:extLst>
                  <a:ext uri="{28A0092B-C50C-407E-A947-70E740481C1C}">
                    <a14:useLocalDpi xmlns:a14="http://schemas.microsoft.com/office/drawing/2010/main" val="0"/>
                  </a:ext>
                </a:extLst>
              </a:blip>
              <a:srcRect l="22043" t="31741" r="22676" b="46337"/>
              <a:stretch/>
            </p:blipFill>
            <p:spPr>
              <a:xfrm>
                <a:off x="314460" y="4647384"/>
                <a:ext cx="907472" cy="359852"/>
              </a:xfrm>
              <a:prstGeom prst="rect">
                <a:avLst/>
              </a:prstGeom>
            </p:spPr>
          </p:pic>
          <p:pic>
            <p:nvPicPr>
              <p:cNvPr id="13" name="Picture 12" descr="A black background with white text&#10;&#10;AI-generated content may be incorrect.">
                <a:extLst>
                  <a:ext uri="{FF2B5EF4-FFF2-40B4-BE49-F238E27FC236}">
                    <a16:creationId xmlns:a16="http://schemas.microsoft.com/office/drawing/2014/main" id="{7C5C02F2-245D-A75B-547C-7883F417D6DC}"/>
                  </a:ext>
                </a:extLst>
              </p:cNvPr>
              <p:cNvPicPr>
                <a:picLocks noChangeAspect="1"/>
              </p:cNvPicPr>
              <p:nvPr userDrawn="1"/>
            </p:nvPicPr>
            <p:blipFill>
              <a:blip r:embed="rId5">
                <a:extLst>
                  <a:ext uri="{28A0092B-C50C-407E-A947-70E740481C1C}">
                    <a14:useLocalDpi xmlns:a14="http://schemas.microsoft.com/office/drawing/2010/main" val="0"/>
                  </a:ext>
                </a:extLst>
              </a:blip>
              <a:srcRect l="25307" t="53939" r="23341" b="35665"/>
              <a:stretch/>
            </p:blipFill>
            <p:spPr>
              <a:xfrm>
                <a:off x="1221932" y="4714151"/>
                <a:ext cx="1447800" cy="293085"/>
              </a:xfrm>
              <a:prstGeom prst="rect">
                <a:avLst/>
              </a:prstGeom>
            </p:spPr>
          </p:pic>
        </p:grpSp>
      </p:grpSp>
    </p:spTree>
    <p:extLst>
      <p:ext uri="{BB962C8B-B14F-4D97-AF65-F5344CB8AC3E}">
        <p14:creationId xmlns:p14="http://schemas.microsoft.com/office/powerpoint/2010/main" val="1611990270"/>
      </p:ext>
    </p:extLst>
  </p:cSld>
  <p:clrMapOvr>
    <a:masterClrMapping/>
  </p:clrMapOvr>
  <p:extLst>
    <p:ext uri="{DCECCB84-F9BA-43D5-87BE-67443E8EF086}">
      <p15:sldGuideLst xmlns:p15="http://schemas.microsoft.com/office/powerpoint/2012/main">
        <p15:guide id="1" pos="1474">
          <p15:clr>
            <a:srgbClr val="FBAE40"/>
          </p15:clr>
        </p15:guide>
        <p15:guide id="2" pos="317">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C2DDA2-C9D7-BEE0-C5C4-5464E718E7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CCE753A-52F5-324C-7E6B-E7754DD509A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ED8AF09-16F5-52C4-5557-454AC7EC39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AC259E-556D-4235-96F0-6E58B2597D71}" type="datetimeFigureOut">
              <a:rPr lang="en-IN" smtClean="0"/>
              <a:t>01-03-2026</a:t>
            </a:fld>
            <a:endParaRPr lang="en-IN"/>
          </a:p>
        </p:txBody>
      </p:sp>
      <p:sp>
        <p:nvSpPr>
          <p:cNvPr id="5" name="Footer Placeholder 4">
            <a:extLst>
              <a:ext uri="{FF2B5EF4-FFF2-40B4-BE49-F238E27FC236}">
                <a16:creationId xmlns:a16="http://schemas.microsoft.com/office/drawing/2014/main" id="{C8AC55A3-70FB-800E-74F4-2331A37736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3849299-CBEC-8B41-6759-8BDA4AA714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023D60-14EE-4B70-9C4B-D6B619001BF7}" type="slidenum">
              <a:rPr lang="en-IN" smtClean="0"/>
              <a:t>‹#›</a:t>
            </a:fld>
            <a:endParaRPr lang="en-IN"/>
          </a:p>
        </p:txBody>
      </p:sp>
    </p:spTree>
    <p:extLst>
      <p:ext uri="{BB962C8B-B14F-4D97-AF65-F5344CB8AC3E}">
        <p14:creationId xmlns:p14="http://schemas.microsoft.com/office/powerpoint/2010/main" val="5295150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0D79-F28E-B31C-5975-A0D3CC86F3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E059C6-85BA-4084-1DF2-45B8E4F56CF2}"/>
              </a:ext>
            </a:extLst>
          </p:cNvPr>
          <p:cNvSpPr>
            <a:spLocks noGrp="1"/>
          </p:cNvSpPr>
          <p:nvPr>
            <p:ph type="title"/>
          </p:nvPr>
        </p:nvSpPr>
        <p:spPr>
          <a:xfrm>
            <a:off x="1019985" y="1784818"/>
            <a:ext cx="10532918" cy="1292678"/>
          </a:xfrm>
        </p:spPr>
        <p:txBody>
          <a:bodyPr>
            <a:normAutofit/>
          </a:bodyPr>
          <a:lstStyle/>
          <a:p>
            <a:pPr algn="l"/>
            <a:r>
              <a:rPr lang="en-US" dirty="0"/>
              <a:t>What is Software Engineering?</a:t>
            </a:r>
          </a:p>
        </p:txBody>
      </p:sp>
    </p:spTree>
    <p:extLst>
      <p:ext uri="{BB962C8B-B14F-4D97-AF65-F5344CB8AC3E}">
        <p14:creationId xmlns:p14="http://schemas.microsoft.com/office/powerpoint/2010/main" val="25451662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DC7DC-980A-2D2E-C8C4-7CC5B7D0FBB6}"/>
              </a:ext>
            </a:extLst>
          </p:cNvPr>
          <p:cNvSpPr>
            <a:spLocks noGrp="1"/>
          </p:cNvSpPr>
          <p:nvPr>
            <p:ph type="title"/>
          </p:nvPr>
        </p:nvSpPr>
        <p:spPr/>
        <p:txBody>
          <a:body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What is Software Engineering?</a:t>
            </a:r>
          </a:p>
        </p:txBody>
      </p:sp>
      <p:sp>
        <p:nvSpPr>
          <p:cNvPr id="5" name="Rectangle 3">
            <a:extLst>
              <a:ext uri="{FF2B5EF4-FFF2-40B4-BE49-F238E27FC236}">
                <a16:creationId xmlns:a16="http://schemas.microsoft.com/office/drawing/2014/main" id="{69365792-823A-5D0A-7DFD-70C1B4B7B4AC}"/>
              </a:ext>
            </a:extLst>
          </p:cNvPr>
          <p:cNvSpPr>
            <a:spLocks noChangeArrowheads="1"/>
          </p:cNvSpPr>
          <p:nvPr/>
        </p:nvSpPr>
        <p:spPr bwMode="auto">
          <a:xfrm>
            <a:off x="685950" y="1885428"/>
            <a:ext cx="10663694" cy="3539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rgbClr val="000000"/>
                </a:solidFill>
                <a:miter lim="800000"/>
                <a:headEnd/>
                <a:tailEnd/>
              </a14:hiddenLine>
            </a:ext>
          </a:extLst>
        </p:spPr>
        <p:txBody>
          <a:bodyPr wrap="square" anchor="ctr">
            <a:spAutoFit/>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37931725" indent="-37474525" eaLnBrk="0" hangingPunct="0">
              <a:defRPr sz="2400">
                <a:solidFill>
                  <a:schemeClr val="tx1"/>
                </a:solidFill>
                <a:latin typeface="Times New Roman" panose="02020603050405020304" pitchFamily="18" charset="0"/>
                <a:cs typeface="Arial" panose="020B0604020202020204" pitchFamily="34" charset="0"/>
              </a:defRPr>
            </a:lvl2pPr>
            <a:lvl3pPr eaLnBrk="0" hangingPunct="0">
              <a:defRPr sz="2400">
                <a:solidFill>
                  <a:schemeClr val="tx1"/>
                </a:solidFill>
                <a:latin typeface="Times New Roman" panose="02020603050405020304" pitchFamily="18" charset="0"/>
                <a:cs typeface="Arial" panose="020B0604020202020204" pitchFamily="34" charset="0"/>
              </a:defRPr>
            </a:lvl3pPr>
            <a:lvl4pPr eaLnBrk="0" hangingPunct="0">
              <a:defRPr sz="2400">
                <a:solidFill>
                  <a:schemeClr val="tx1"/>
                </a:solidFill>
                <a:latin typeface="Times New Roman" panose="02020603050405020304" pitchFamily="18" charset="0"/>
                <a:cs typeface="Arial" panose="020B0604020202020204" pitchFamily="34" charset="0"/>
              </a:defRPr>
            </a:lvl4pPr>
            <a:lvl5pPr eaLnBrk="0" hangingPunct="0">
              <a:defRPr sz="2400">
                <a:solidFill>
                  <a:schemeClr val="tx1"/>
                </a:solidFill>
                <a:latin typeface="Times New Roman" panose="02020603050405020304" pitchFamily="18" charset="0"/>
                <a:cs typeface="Arial" panose="020B0604020202020204" pitchFamily="34" charset="0"/>
              </a:defRPr>
            </a:lvl5pPr>
            <a:lvl6pPr marL="4572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9144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1371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18288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r>
              <a:rPr lang="en-US" altLang="en-US" sz="2800" dirty="0">
                <a:solidFill>
                  <a:schemeClr val="accent1"/>
                </a:solidFill>
              </a:rPr>
              <a:t>Software Engineering is the process of designing, developing, testing, and maintaining software.</a:t>
            </a:r>
          </a:p>
          <a:p>
            <a:endParaRPr lang="en-US" altLang="en-US" sz="2800" dirty="0">
              <a:solidFill>
                <a:schemeClr val="accent1"/>
              </a:solidFill>
            </a:endParaRPr>
          </a:p>
          <a:p>
            <a:pPr marL="457200" indent="-457200">
              <a:buFont typeface="Arial" panose="020B0604020202020204" pitchFamily="34" charset="0"/>
              <a:buChar char="•"/>
            </a:pPr>
            <a:r>
              <a:rPr lang="en-US" altLang="en-US" sz="2800" dirty="0">
                <a:solidFill>
                  <a:schemeClr val="accent1"/>
                </a:solidFill>
              </a:rPr>
              <a:t>It is a systematic and disciplined approach to software development that aims to create high-quality, reliable, and maintainable software.</a:t>
            </a:r>
          </a:p>
          <a:p>
            <a:pPr marL="457200" indent="-457200">
              <a:buFont typeface="Arial" panose="020B0604020202020204" pitchFamily="34" charset="0"/>
              <a:buChar char="•"/>
            </a:pPr>
            <a:endParaRPr lang="en-US" altLang="en-US" sz="2800" dirty="0">
              <a:solidFill>
                <a:schemeClr val="accent1"/>
              </a:solidFill>
            </a:endParaRPr>
          </a:p>
          <a:p>
            <a:pPr marL="457200" indent="-457200">
              <a:buFont typeface="Arial" panose="020B0604020202020204" pitchFamily="34" charset="0"/>
              <a:buChar char="•"/>
            </a:pPr>
            <a:r>
              <a:rPr lang="en-US" altLang="en-US" sz="2800" dirty="0">
                <a:solidFill>
                  <a:schemeClr val="accent1"/>
                </a:solidFill>
              </a:rPr>
              <a:t>It includes a variety of techniques, tools, and methodologies, including requirements analysis, design, testing, and maintenance.</a:t>
            </a:r>
          </a:p>
        </p:txBody>
      </p:sp>
    </p:spTree>
    <p:extLst>
      <p:ext uri="{BB962C8B-B14F-4D97-AF65-F5344CB8AC3E}">
        <p14:creationId xmlns:p14="http://schemas.microsoft.com/office/powerpoint/2010/main" val="2782316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E8B9A-5321-64EE-E38E-94B4DCFAFB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9DC04-8740-8404-A7C0-372D3B8AA28F}"/>
              </a:ext>
            </a:extLst>
          </p:cNvPr>
          <p:cNvSpPr>
            <a:spLocks noGrp="1"/>
          </p:cNvSpPr>
          <p:nvPr>
            <p:ph type="title"/>
          </p:nvPr>
        </p:nvSpPr>
        <p:spPr/>
        <p:txBody>
          <a:bodyPr/>
          <a:lstStyle/>
          <a:p>
            <a:r>
              <a:rPr lang="en-US" altLang="en-US" sz="3200">
                <a:latin typeface="Times New Roman" panose="02020603050405020304" pitchFamily="18" charset="0"/>
                <a:ea typeface="ＭＳ Ｐゴシック" panose="020B0600070205080204" pitchFamily="34" charset="-128"/>
                <a:cs typeface="Times New Roman" panose="02020603050405020304" pitchFamily="18" charset="0"/>
              </a:rPr>
              <a:t>What is Software Engineering?</a:t>
            </a:r>
            <a:endParaRPr lang="en-US" dirty="0"/>
          </a:p>
        </p:txBody>
      </p:sp>
      <p:pic>
        <p:nvPicPr>
          <p:cNvPr id="3074" name="Picture 2" descr="What is Software Engineering? [Definition]">
            <a:extLst>
              <a:ext uri="{FF2B5EF4-FFF2-40B4-BE49-F238E27FC236}">
                <a16:creationId xmlns:a16="http://schemas.microsoft.com/office/drawing/2014/main" id="{CA668111-40C6-57A9-A0F1-65395AF37BB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0383"/>
          <a:stretch>
            <a:fillRect/>
          </a:stretch>
        </p:blipFill>
        <p:spPr bwMode="auto">
          <a:xfrm>
            <a:off x="1648691" y="1458548"/>
            <a:ext cx="8894618" cy="421073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2512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5">
            <a:extLst>
              <a:ext uri="{FF2B5EF4-FFF2-40B4-BE49-F238E27FC236}">
                <a16:creationId xmlns:a16="http://schemas.microsoft.com/office/drawing/2014/main" id="{0BAA2AD5-466B-61DB-B32C-5B3F931C1083}"/>
              </a:ext>
            </a:extLst>
          </p:cNvPr>
          <p:cNvSpPr txBox="1"/>
          <p:nvPr/>
        </p:nvSpPr>
        <p:spPr>
          <a:xfrm>
            <a:off x="507287" y="1455174"/>
            <a:ext cx="10573667" cy="4013919"/>
          </a:xfrm>
          <a:prstGeom prst="rect">
            <a:avLst/>
          </a:prstGeom>
        </p:spPr>
        <p:txBody>
          <a:bodyPr vert="horz" wrap="square" lIns="0" tIns="12700" rIns="0" bIns="0" rtlCol="0">
            <a:spAutoFit/>
          </a:bodyPr>
          <a:lstStyle/>
          <a:p>
            <a:pPr>
              <a:defRPr sz="1800"/>
            </a:pPr>
            <a:r>
              <a:rPr lang="en-US" sz="2000" dirty="0">
                <a:latin typeface="Times New Roman" panose="02020603050405020304" pitchFamily="18" charset="0"/>
                <a:cs typeface="Times New Roman" panose="02020603050405020304" pitchFamily="18" charset="0"/>
              </a:rPr>
              <a:t>Software Development Life Cycle (SDLC) is a structured process that is used to design, develop, and test high-quality software. SDLC, or software development life cycle, is a methodology that defines the entire procedure of software development step-by-step. The goal of the SDLC life cycle model is to deliver high-quality, maintainable software that meets the user's requirements.</a:t>
            </a:r>
          </a:p>
          <a:p>
            <a:pPr>
              <a:defRPr sz="1800"/>
            </a:pPr>
            <a:endParaRPr lang="en-US" sz="2000" dirty="0">
              <a:latin typeface="Times New Roman" panose="02020603050405020304" pitchFamily="18" charset="0"/>
              <a:cs typeface="Times New Roman" panose="02020603050405020304" pitchFamily="18" charset="0"/>
            </a:endParaRPr>
          </a:p>
          <a:p>
            <a:pPr>
              <a:defRPr sz="1800"/>
            </a:pPr>
            <a:r>
              <a:rPr lang="en-IN" sz="2000" dirty="0">
                <a:latin typeface="Times New Roman" panose="02020603050405020304" pitchFamily="18" charset="0"/>
                <a:cs typeface="Times New Roman" panose="02020603050405020304" pitchFamily="18" charset="0"/>
              </a:rPr>
              <a:t>Common phases of SDLC :</a:t>
            </a:r>
          </a:p>
          <a:p>
            <a:pPr>
              <a:defRPr sz="1800"/>
            </a:pPr>
            <a:endParaRPr lang="en-IN" sz="2000" dirty="0">
              <a:latin typeface="Times New Roman" panose="02020603050405020304" pitchFamily="18" charset="0"/>
              <a:cs typeface="Times New Roman" panose="02020603050405020304" pitchFamily="18" charset="0"/>
            </a:endParaRP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Requirements</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Design</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Implementation</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Testing</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Deployment</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Maintenance</a:t>
            </a:r>
          </a:p>
        </p:txBody>
      </p:sp>
      <p:sp>
        <p:nvSpPr>
          <p:cNvPr id="4" name="Title 1">
            <a:extLst>
              <a:ext uri="{FF2B5EF4-FFF2-40B4-BE49-F238E27FC236}">
                <a16:creationId xmlns:a16="http://schemas.microsoft.com/office/drawing/2014/main" id="{01C015DD-7676-77C5-A631-890298ED346C}"/>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What is SDLC?</a:t>
            </a:r>
          </a:p>
        </p:txBody>
      </p:sp>
    </p:spTree>
    <p:extLst>
      <p:ext uri="{BB962C8B-B14F-4D97-AF65-F5344CB8AC3E}">
        <p14:creationId xmlns:p14="http://schemas.microsoft.com/office/powerpoint/2010/main" val="3572084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04553-5871-09B4-356B-2AB715AFE4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B85C1A-3A95-A2AB-E4C0-13DE70D3245C}"/>
              </a:ext>
            </a:extLst>
          </p:cNvPr>
          <p:cNvSpPr>
            <a:spLocks noGrp="1"/>
          </p:cNvSpPr>
          <p:nvPr>
            <p:ph type="title"/>
          </p:nvPr>
        </p:nvSpPr>
        <p:spPr>
          <a:xfrm>
            <a:off x="1019985" y="1784818"/>
            <a:ext cx="10532918" cy="1292678"/>
          </a:xfrm>
        </p:spPr>
        <p:txBody>
          <a:bodyPr>
            <a:normAutofit/>
          </a:bodyPr>
          <a:lstStyle/>
          <a:p>
            <a:pPr algn="l"/>
            <a:r>
              <a:rPr lang="en-US" dirty="0"/>
              <a:t>SDLC (Agile, Waterfall, DevOps)</a:t>
            </a:r>
          </a:p>
        </p:txBody>
      </p:sp>
    </p:spTree>
    <p:extLst>
      <p:ext uri="{BB962C8B-B14F-4D97-AF65-F5344CB8AC3E}">
        <p14:creationId xmlns:p14="http://schemas.microsoft.com/office/powerpoint/2010/main" val="3031848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DC7DC-980A-2D2E-C8C4-7CC5B7D0FBB6}"/>
              </a:ext>
            </a:extLst>
          </p:cNvPr>
          <p:cNvSpPr>
            <a:spLocks noGrp="1"/>
          </p:cNvSpPr>
          <p:nvPr>
            <p:ph type="title"/>
          </p:nvPr>
        </p:nvSpPr>
        <p:spPr/>
        <p:txBody>
          <a:body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SDLC Models</a:t>
            </a:r>
          </a:p>
        </p:txBody>
      </p:sp>
      <p:sp>
        <p:nvSpPr>
          <p:cNvPr id="5" name="Rectangle 3">
            <a:extLst>
              <a:ext uri="{FF2B5EF4-FFF2-40B4-BE49-F238E27FC236}">
                <a16:creationId xmlns:a16="http://schemas.microsoft.com/office/drawing/2014/main" id="{69365792-823A-5D0A-7DFD-70C1B4B7B4AC}"/>
              </a:ext>
            </a:extLst>
          </p:cNvPr>
          <p:cNvSpPr>
            <a:spLocks noChangeArrowheads="1"/>
          </p:cNvSpPr>
          <p:nvPr/>
        </p:nvSpPr>
        <p:spPr bwMode="auto">
          <a:xfrm>
            <a:off x="685950" y="1330778"/>
            <a:ext cx="10663694" cy="33547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28575">
                <a:solidFill>
                  <a:srgbClr val="000000"/>
                </a:solidFill>
                <a:miter lim="800000"/>
                <a:headEnd/>
                <a:tailEnd/>
              </a14:hiddenLine>
            </a:ext>
          </a:extLst>
        </p:spPr>
        <p:txBody>
          <a:bodyPr wrap="square" anchor="ctr">
            <a:spAutoFit/>
          </a:bodyPr>
          <a:lstStyle>
            <a:lvl1pPr eaLnBrk="0" hangingPunct="0">
              <a:defRPr sz="2400">
                <a:solidFill>
                  <a:schemeClr val="tx1"/>
                </a:solidFill>
                <a:latin typeface="Times New Roman" panose="02020603050405020304" pitchFamily="18" charset="0"/>
                <a:cs typeface="Arial" panose="020B0604020202020204" pitchFamily="34" charset="0"/>
              </a:defRPr>
            </a:lvl1pPr>
            <a:lvl2pPr marL="37931725" indent="-37474525" eaLnBrk="0" hangingPunct="0">
              <a:defRPr sz="2400">
                <a:solidFill>
                  <a:schemeClr val="tx1"/>
                </a:solidFill>
                <a:latin typeface="Times New Roman" panose="02020603050405020304" pitchFamily="18" charset="0"/>
                <a:cs typeface="Arial" panose="020B0604020202020204" pitchFamily="34" charset="0"/>
              </a:defRPr>
            </a:lvl2pPr>
            <a:lvl3pPr eaLnBrk="0" hangingPunct="0">
              <a:defRPr sz="2400">
                <a:solidFill>
                  <a:schemeClr val="tx1"/>
                </a:solidFill>
                <a:latin typeface="Times New Roman" panose="02020603050405020304" pitchFamily="18" charset="0"/>
                <a:cs typeface="Arial" panose="020B0604020202020204" pitchFamily="34" charset="0"/>
              </a:defRPr>
            </a:lvl3pPr>
            <a:lvl4pPr eaLnBrk="0" hangingPunct="0">
              <a:defRPr sz="2400">
                <a:solidFill>
                  <a:schemeClr val="tx1"/>
                </a:solidFill>
                <a:latin typeface="Times New Roman" panose="02020603050405020304" pitchFamily="18" charset="0"/>
                <a:cs typeface="Arial" panose="020B0604020202020204" pitchFamily="34" charset="0"/>
              </a:defRPr>
            </a:lvl4pPr>
            <a:lvl5pPr eaLnBrk="0" hangingPunct="0">
              <a:defRPr sz="2400">
                <a:solidFill>
                  <a:schemeClr val="tx1"/>
                </a:solidFill>
                <a:latin typeface="Times New Roman" panose="02020603050405020304" pitchFamily="18" charset="0"/>
                <a:cs typeface="Arial" panose="020B0604020202020204" pitchFamily="34" charset="0"/>
              </a:defRPr>
            </a:lvl5pPr>
            <a:lvl6pPr marL="4572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6pPr>
            <a:lvl7pPr marL="9144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7pPr>
            <a:lvl8pPr marL="13716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8pPr>
            <a:lvl9pPr marL="1828800" eaLnBrk="0" fontAlgn="base" hangingPunct="0">
              <a:spcBef>
                <a:spcPct val="0"/>
              </a:spcBef>
              <a:spcAft>
                <a:spcPct val="0"/>
              </a:spcAft>
              <a:defRPr sz="2400">
                <a:solidFill>
                  <a:schemeClr val="tx1"/>
                </a:solidFill>
                <a:latin typeface="Times New Roman" panose="02020603050405020304" pitchFamily="18" charset="0"/>
                <a:cs typeface="Arial" panose="020B0604020202020204" pitchFamily="34" charset="0"/>
              </a:defRPr>
            </a:lvl9pPr>
          </a:lstStyle>
          <a:p>
            <a:r>
              <a:rPr lang="en-US" altLang="en-US" sz="2800" dirty="0"/>
              <a:t>SDLC models provide different approaches/methodologies for managing development.</a:t>
            </a:r>
          </a:p>
          <a:p>
            <a:endParaRPr lang="en-US" altLang="en-US" sz="2800" dirty="0"/>
          </a:p>
          <a:p>
            <a:r>
              <a:rPr lang="en-US" sz="2800" dirty="0"/>
              <a:t>Some popular models are :</a:t>
            </a:r>
          </a:p>
          <a:p>
            <a:endParaRPr lang="en-US" sz="2800" dirty="0"/>
          </a:p>
          <a:p>
            <a:pPr marL="342900" indent="-342900">
              <a:buFont typeface="Arial" panose="020B0604020202020204" pitchFamily="34" charset="0"/>
              <a:buChar char="•"/>
            </a:pPr>
            <a:r>
              <a:rPr lang="en-US" b="1" dirty="0"/>
              <a:t>Waterfall</a:t>
            </a:r>
            <a:r>
              <a:rPr lang="en-US" dirty="0"/>
              <a:t> – Traditional, linear approach</a:t>
            </a:r>
          </a:p>
          <a:p>
            <a:pPr marL="342900" indent="-342900">
              <a:buFont typeface="Arial" panose="020B0604020202020204" pitchFamily="34" charset="0"/>
              <a:buChar char="•"/>
            </a:pPr>
            <a:r>
              <a:rPr lang="en-US" b="1" dirty="0"/>
              <a:t>Agile</a:t>
            </a:r>
            <a:r>
              <a:rPr lang="en-US" dirty="0"/>
              <a:t> – Iterative, flexible, customer-centric</a:t>
            </a:r>
          </a:p>
          <a:p>
            <a:pPr marL="342900" indent="-342900">
              <a:buFont typeface="Arial" panose="020B0604020202020204" pitchFamily="34" charset="0"/>
              <a:buChar char="•"/>
            </a:pPr>
            <a:r>
              <a:rPr lang="en-US" b="1" dirty="0"/>
              <a:t>DevOps</a:t>
            </a:r>
            <a:r>
              <a:rPr lang="en-US" dirty="0"/>
              <a:t> – Continuous development + deployment + operations</a:t>
            </a:r>
          </a:p>
        </p:txBody>
      </p:sp>
    </p:spTree>
    <p:extLst>
      <p:ext uri="{BB962C8B-B14F-4D97-AF65-F5344CB8AC3E}">
        <p14:creationId xmlns:p14="http://schemas.microsoft.com/office/powerpoint/2010/main" val="40452216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E8B9A-5321-64EE-E38E-94B4DCFAFB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9DC04-8740-8404-A7C0-372D3B8AA28F}"/>
              </a:ext>
            </a:extLst>
          </p:cNvPr>
          <p:cNvSpPr>
            <a:spLocks noGrp="1"/>
          </p:cNvSpPr>
          <p:nvPr>
            <p:ph type="title"/>
          </p:nvPr>
        </p:nvSpPr>
        <p:spPr/>
        <p:txBody>
          <a:bodyPr/>
          <a:lstStyle/>
          <a:p>
            <a:r>
              <a:rPr lang="en-US" altLang="en-US" sz="3200" dirty="0">
                <a:latin typeface="Times New Roman" panose="02020603050405020304" pitchFamily="18" charset="0"/>
                <a:ea typeface="ＭＳ Ｐゴシック" panose="020B0600070205080204" pitchFamily="34" charset="-128"/>
                <a:cs typeface="Times New Roman" panose="02020603050405020304" pitchFamily="18" charset="0"/>
              </a:rPr>
              <a:t>Waterfall Model</a:t>
            </a:r>
            <a:endParaRPr lang="en-US" dirty="0"/>
          </a:p>
        </p:txBody>
      </p:sp>
      <p:sp>
        <p:nvSpPr>
          <p:cNvPr id="8" name="TextBox 7">
            <a:extLst>
              <a:ext uri="{FF2B5EF4-FFF2-40B4-BE49-F238E27FC236}">
                <a16:creationId xmlns:a16="http://schemas.microsoft.com/office/drawing/2014/main" id="{2B9D6EFA-3667-EB9D-6A82-9C67850BEE96}"/>
              </a:ext>
            </a:extLst>
          </p:cNvPr>
          <p:cNvSpPr txBox="1"/>
          <p:nvPr/>
        </p:nvSpPr>
        <p:spPr>
          <a:xfrm>
            <a:off x="685950" y="1380797"/>
            <a:ext cx="4991644" cy="4401205"/>
          </a:xfrm>
          <a:prstGeom prst="rect">
            <a:avLst/>
          </a:prstGeom>
          <a:noFill/>
        </p:spPr>
        <p:txBody>
          <a:bodyPr wrap="square" rtlCol="0">
            <a:spAutoFit/>
          </a:bodyPr>
          <a:lstStyle/>
          <a:p>
            <a:pPr>
              <a:defRPr sz="1800"/>
            </a:pPr>
            <a:r>
              <a:rPr lang="en-US" sz="2000" dirty="0">
                <a:latin typeface="Times New Roman" panose="02020603050405020304" pitchFamily="18" charset="0"/>
                <a:cs typeface="Times New Roman" panose="02020603050405020304" pitchFamily="18" charset="0"/>
              </a:rPr>
              <a:t>The</a:t>
            </a:r>
            <a:r>
              <a:rPr lang="en-US" sz="2000" b="1" dirty="0">
                <a:latin typeface="Times New Roman" panose="02020603050405020304" pitchFamily="18" charset="0"/>
                <a:cs typeface="Times New Roman" panose="02020603050405020304" pitchFamily="18" charset="0"/>
              </a:rPr>
              <a:t> Waterfall Model </a:t>
            </a:r>
            <a:r>
              <a:rPr lang="en-US" sz="2000" dirty="0">
                <a:latin typeface="Times New Roman" panose="02020603050405020304" pitchFamily="18" charset="0"/>
                <a:cs typeface="Times New Roman" panose="02020603050405020304" pitchFamily="18" charset="0"/>
              </a:rPr>
              <a:t>is a </a:t>
            </a:r>
            <a:r>
              <a:rPr lang="en-US" sz="2000" b="1" dirty="0">
                <a:latin typeface="Times New Roman" panose="02020603050405020304" pitchFamily="18" charset="0"/>
                <a:cs typeface="Times New Roman" panose="02020603050405020304" pitchFamily="18" charset="0"/>
              </a:rPr>
              <a:t>Traditional Software Development Methodology</a:t>
            </a:r>
            <a:r>
              <a:rPr lang="en-US" sz="2000" dirty="0">
                <a:latin typeface="Times New Roman" panose="02020603050405020304" pitchFamily="18" charset="0"/>
                <a:cs typeface="Times New Roman" panose="02020603050405020304" pitchFamily="18" charset="0"/>
              </a:rPr>
              <a:t>. It was first introduced by </a:t>
            </a:r>
            <a:r>
              <a:rPr lang="en-US" sz="2000" b="1" dirty="0">
                <a:latin typeface="Times New Roman" panose="02020603050405020304" pitchFamily="18" charset="0"/>
                <a:cs typeface="Times New Roman" panose="02020603050405020304" pitchFamily="18" charset="0"/>
              </a:rPr>
              <a:t>Winston W. Royce </a:t>
            </a:r>
            <a:r>
              <a:rPr lang="en-US" sz="2000" dirty="0">
                <a:latin typeface="Times New Roman" panose="02020603050405020304" pitchFamily="18" charset="0"/>
                <a:cs typeface="Times New Roman" panose="02020603050405020304" pitchFamily="18" charset="0"/>
              </a:rPr>
              <a:t>in 1970. It is a linear and sequential approach to software development that consists of several phases.</a:t>
            </a:r>
          </a:p>
          <a:p>
            <a:pPr>
              <a:defRPr sz="1800"/>
            </a:pP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Oldest and simplest model</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Sequential phases, one after another</a:t>
            </a:r>
          </a:p>
          <a:p>
            <a:pPr marL="285750" indent="-285750">
              <a:buFont typeface="Arial" panose="020B0604020202020204" pitchFamily="34" charset="0"/>
              <a:buChar char="•"/>
              <a:defRPr sz="1800"/>
            </a:pPr>
            <a:endParaRPr lang="en-US" sz="2000" dirty="0">
              <a:latin typeface="Times New Roman" panose="02020603050405020304" pitchFamily="18" charset="0"/>
              <a:cs typeface="Times New Roman" panose="02020603050405020304" pitchFamily="18" charset="0"/>
            </a:endParaRPr>
          </a:p>
          <a:p>
            <a:pPr>
              <a:defRPr sz="1800"/>
            </a:pPr>
            <a:r>
              <a:rPr lang="en-US" sz="2000" dirty="0">
                <a:latin typeface="Times New Roman" panose="02020603050405020304" pitchFamily="18" charset="0"/>
                <a:cs typeface="Times New Roman" panose="02020603050405020304" pitchFamily="18" charset="0"/>
              </a:rPr>
              <a:t>Works when:</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Requirements are clear &amp; stable</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Minimal changes expected</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Small projects with fixed scope</a:t>
            </a:r>
          </a:p>
        </p:txBody>
      </p:sp>
      <p:sp>
        <p:nvSpPr>
          <p:cNvPr id="12" name="TextBox 11">
            <a:extLst>
              <a:ext uri="{FF2B5EF4-FFF2-40B4-BE49-F238E27FC236}">
                <a16:creationId xmlns:a16="http://schemas.microsoft.com/office/drawing/2014/main" id="{23C254A6-C87D-D13D-98FB-0EE965B38989}"/>
              </a:ext>
            </a:extLst>
          </p:cNvPr>
          <p:cNvSpPr txBox="1"/>
          <p:nvPr/>
        </p:nvSpPr>
        <p:spPr>
          <a:xfrm>
            <a:off x="6089776" y="566678"/>
            <a:ext cx="5705302" cy="2862322"/>
          </a:xfrm>
          <a:prstGeom prst="rect">
            <a:avLst/>
          </a:prstGeom>
          <a:noFill/>
        </p:spPr>
        <p:txBody>
          <a:bodyPr wrap="square">
            <a:spAutoFit/>
          </a:bodyPr>
          <a:lstStyle/>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Advantages:</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Easy to manage</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Clear milestones &amp; documentation</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Works for small, predictable projects</a:t>
            </a:r>
          </a:p>
          <a:p>
            <a:pPr marL="285750" indent="-285750">
              <a:buFont typeface="Arial" panose="020B0604020202020204" pitchFamily="34" charset="0"/>
              <a:buChar char="•"/>
              <a:defRPr sz="1800"/>
            </a:pPr>
            <a:endParaRPr lang="en-US" sz="2000" dirty="0">
              <a:latin typeface="Times New Roman" panose="02020603050405020304" pitchFamily="18" charset="0"/>
              <a:cs typeface="Times New Roman" panose="02020603050405020304" pitchFamily="18" charset="0"/>
            </a:endParaRPr>
          </a:p>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Disadvantages:</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Inflexible, poor at handling change</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Testing late, higher risk</a:t>
            </a:r>
          </a:p>
          <a:p>
            <a:pPr marL="285750" indent="-28575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User feedback at the end</a:t>
            </a:r>
          </a:p>
        </p:txBody>
      </p:sp>
      <p:sp>
        <p:nvSpPr>
          <p:cNvPr id="13" name="AutoShape 3" descr="Waterfall Methodology: Process, Pros and Cons">
            <a:extLst>
              <a:ext uri="{FF2B5EF4-FFF2-40B4-BE49-F238E27FC236}">
                <a16:creationId xmlns:a16="http://schemas.microsoft.com/office/drawing/2014/main" id="{7DD6A80E-9CBB-9DBD-E0C5-79BA2A7B67FE}"/>
              </a:ext>
            </a:extLst>
          </p:cNvPr>
          <p:cNvSpPr>
            <a:spLocks noChangeAspect="1" noChangeArrowheads="1"/>
          </p:cNvSpPr>
          <p:nvPr/>
        </p:nvSpPr>
        <p:spPr bwMode="auto">
          <a:xfrm>
            <a:off x="5943599" y="3276599"/>
            <a:ext cx="2912225" cy="291222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7" name="Picture 16">
            <a:extLst>
              <a:ext uri="{FF2B5EF4-FFF2-40B4-BE49-F238E27FC236}">
                <a16:creationId xmlns:a16="http://schemas.microsoft.com/office/drawing/2014/main" id="{011C3BC3-89EC-4035-BA59-36A5793AAFC7}"/>
              </a:ext>
            </a:extLst>
          </p:cNvPr>
          <p:cNvPicPr>
            <a:picLocks noChangeAspect="1"/>
          </p:cNvPicPr>
          <p:nvPr/>
        </p:nvPicPr>
        <p:blipFill>
          <a:blip r:embed="rId3"/>
          <a:stretch>
            <a:fillRect/>
          </a:stretch>
        </p:blipFill>
        <p:spPr>
          <a:xfrm>
            <a:off x="7065818" y="3530138"/>
            <a:ext cx="3735186" cy="2658686"/>
          </a:xfrm>
          <a:prstGeom prst="rect">
            <a:avLst/>
          </a:prstGeom>
          <a:ln>
            <a:solidFill>
              <a:schemeClr val="tx1"/>
            </a:solidFill>
          </a:ln>
        </p:spPr>
      </p:pic>
    </p:spTree>
    <p:extLst>
      <p:ext uri="{BB962C8B-B14F-4D97-AF65-F5344CB8AC3E}">
        <p14:creationId xmlns:p14="http://schemas.microsoft.com/office/powerpoint/2010/main" val="1611105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B429A-ED9E-3EF2-7C31-111AE1E26D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DAED1A-5E52-B25E-3C15-F40F7A8687CD}"/>
              </a:ext>
            </a:extLst>
          </p:cNvPr>
          <p:cNvSpPr>
            <a:spLocks noGrp="1"/>
          </p:cNvSpPr>
          <p:nvPr>
            <p:ph type="title"/>
          </p:nvPr>
        </p:nvSpPr>
        <p:spPr/>
        <p:txBody>
          <a:bodyPr/>
          <a:lstStyle/>
          <a:p>
            <a:r>
              <a:rPr lang="en-US" altLang="en-US" sz="3200" dirty="0">
                <a:latin typeface="Times New Roman" panose="02020603050405020304" pitchFamily="18" charset="0"/>
                <a:ea typeface="ＭＳ Ｐゴシック" panose="020B0600070205080204" pitchFamily="34" charset="-128"/>
                <a:cs typeface="Times New Roman" panose="02020603050405020304" pitchFamily="18" charset="0"/>
              </a:rPr>
              <a:t>Agile Model</a:t>
            </a:r>
            <a:endParaRPr lang="en-US" dirty="0"/>
          </a:p>
        </p:txBody>
      </p:sp>
      <p:sp>
        <p:nvSpPr>
          <p:cNvPr id="8" name="TextBox 7">
            <a:extLst>
              <a:ext uri="{FF2B5EF4-FFF2-40B4-BE49-F238E27FC236}">
                <a16:creationId xmlns:a16="http://schemas.microsoft.com/office/drawing/2014/main" id="{EC51BB72-922B-F3E5-7CCD-84C7BC61F873}"/>
              </a:ext>
            </a:extLst>
          </p:cNvPr>
          <p:cNvSpPr txBox="1"/>
          <p:nvPr/>
        </p:nvSpPr>
        <p:spPr>
          <a:xfrm>
            <a:off x="685949" y="1166142"/>
            <a:ext cx="10996203" cy="2246769"/>
          </a:xfrm>
          <a:prstGeom prst="rect">
            <a:avLst/>
          </a:prstGeom>
          <a:noFill/>
        </p:spPr>
        <p:txBody>
          <a:bodyPr wrap="square" rtlCol="0">
            <a:spAutoFit/>
          </a:bodyPr>
          <a:lstStyle/>
          <a:p>
            <a:pPr>
              <a:defRPr sz="1800"/>
            </a:pPr>
            <a:r>
              <a:rPr lang="en-US" sz="2000" dirty="0">
                <a:latin typeface="Times New Roman" panose="02020603050405020304" pitchFamily="18" charset="0"/>
                <a:cs typeface="Times New Roman" panose="02020603050405020304" pitchFamily="18" charset="0"/>
              </a:rPr>
              <a:t>The Agile Model is an iterative and incremental approach to software development.</a:t>
            </a:r>
            <a:r>
              <a:rPr lang="en-US" sz="2000" dirty="0"/>
              <a:t> Instead of delivering the whole software at the end, Agile delivers small working parts of software frequently</a:t>
            </a:r>
            <a:r>
              <a:rPr lang="en-US" sz="2000" dirty="0">
                <a:latin typeface="Times New Roman" panose="02020603050405020304" pitchFamily="18" charset="0"/>
                <a:cs typeface="Times New Roman" panose="02020603050405020304" pitchFamily="18" charset="0"/>
              </a:rPr>
              <a:t>.</a:t>
            </a:r>
          </a:p>
          <a:p>
            <a:pPr>
              <a:defRPr sz="1800"/>
            </a:pPr>
            <a:r>
              <a:rPr lang="en-US" sz="2000" dirty="0"/>
              <a:t>Requirements are divided into small features</a:t>
            </a:r>
          </a:p>
          <a:p>
            <a:pPr>
              <a:defRPr sz="1800"/>
            </a:pPr>
            <a:r>
              <a:rPr lang="en-US" sz="2000" dirty="0"/>
              <a:t>Each feature is developed in a short cycle (2–4 weeks).</a:t>
            </a:r>
          </a:p>
          <a:p>
            <a:pPr>
              <a:defRPr sz="1800"/>
            </a:pPr>
            <a:r>
              <a:rPr lang="en-IN" sz="2000" dirty="0"/>
              <a:t>After each cycle, Working software is delivered, Customer feedback is taken,</a:t>
            </a:r>
            <a:r>
              <a:rPr lang="en-US" sz="2000" dirty="0"/>
              <a:t> Improvements are made in next cycle</a:t>
            </a:r>
          </a:p>
          <a:p>
            <a:pPr>
              <a:defRPr sz="1800"/>
            </a:pPr>
            <a:endParaRPr lang="en-US" sz="2000"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52427288-A3E4-E739-2443-0F99EAAAFA5E}"/>
              </a:ext>
            </a:extLst>
          </p:cNvPr>
          <p:cNvSpPr txBox="1"/>
          <p:nvPr/>
        </p:nvSpPr>
        <p:spPr>
          <a:xfrm>
            <a:off x="685949" y="2926195"/>
            <a:ext cx="4480412" cy="3170099"/>
          </a:xfrm>
          <a:prstGeom prst="rect">
            <a:avLst/>
          </a:prstGeom>
          <a:noFill/>
        </p:spPr>
        <p:txBody>
          <a:bodyPr wrap="square">
            <a:spAutoFit/>
          </a:bodyPr>
          <a:lstStyle/>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Advantages: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Flexible, adapts to change</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Early, continuous delivery</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Strong customer collaboration</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Reduces risks via small increments</a:t>
            </a:r>
          </a:p>
          <a:p>
            <a:pPr marL="342900" indent="-342900">
              <a:buFont typeface="Arial" panose="020B0604020202020204" pitchFamily="34" charset="0"/>
              <a:buChar char="•"/>
              <a:defRPr sz="1800"/>
            </a:pPr>
            <a:endParaRPr lang="en-US" sz="2000" dirty="0">
              <a:latin typeface="Times New Roman" panose="02020603050405020304" pitchFamily="18" charset="0"/>
              <a:cs typeface="Times New Roman" panose="02020603050405020304" pitchFamily="18" charset="0"/>
            </a:endParaRPr>
          </a:p>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Disadvantages: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Needs skilled teams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Can lead to scope creep</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Less focus on formal documentation</a:t>
            </a:r>
          </a:p>
        </p:txBody>
      </p:sp>
      <p:pic>
        <p:nvPicPr>
          <p:cNvPr id="3074" name="Picture 2" descr="Understanding the Agile Model: A Comprehensive Guide">
            <a:extLst>
              <a:ext uri="{FF2B5EF4-FFF2-40B4-BE49-F238E27FC236}">
                <a16:creationId xmlns:a16="http://schemas.microsoft.com/office/drawing/2014/main" id="{9F8F0A6D-2121-5B1A-1F11-C22C6A0C40D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98" t="26238" r="5149" b="8742"/>
          <a:stretch>
            <a:fillRect/>
          </a:stretch>
        </p:blipFill>
        <p:spPr bwMode="auto">
          <a:xfrm>
            <a:off x="5342312" y="3480262"/>
            <a:ext cx="6101543" cy="261603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048EB7D-CAAA-D774-E1D8-78754D63A50B}"/>
              </a:ext>
            </a:extLst>
          </p:cNvPr>
          <p:cNvSpPr txBox="1"/>
          <p:nvPr/>
        </p:nvSpPr>
        <p:spPr>
          <a:xfrm>
            <a:off x="5342312" y="2938755"/>
            <a:ext cx="5705302" cy="400110"/>
          </a:xfrm>
          <a:prstGeom prst="rect">
            <a:avLst/>
          </a:prstGeom>
          <a:noFill/>
        </p:spPr>
        <p:txBody>
          <a:bodyPr wrap="square">
            <a:spAutoFit/>
          </a:bodyPr>
          <a:lstStyle/>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Stages of Agile Model</a:t>
            </a:r>
          </a:p>
        </p:txBody>
      </p:sp>
    </p:spTree>
    <p:extLst>
      <p:ext uri="{BB962C8B-B14F-4D97-AF65-F5344CB8AC3E}">
        <p14:creationId xmlns:p14="http://schemas.microsoft.com/office/powerpoint/2010/main" val="41470164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A2BE3-A67D-03F0-71BB-7BA4F1B8CD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219E4B-7A68-E3A5-410A-28961FBC3223}"/>
              </a:ext>
            </a:extLst>
          </p:cNvPr>
          <p:cNvSpPr>
            <a:spLocks noGrp="1"/>
          </p:cNvSpPr>
          <p:nvPr>
            <p:ph type="title"/>
          </p:nvPr>
        </p:nvSpPr>
        <p:spPr/>
        <p:txBody>
          <a:bodyPr/>
          <a:lstStyle/>
          <a:p>
            <a:r>
              <a:rPr lang="en-US" altLang="en-US" sz="3200" dirty="0">
                <a:latin typeface="Times New Roman" panose="02020603050405020304" pitchFamily="18" charset="0"/>
                <a:ea typeface="ＭＳ Ｐゴシック" panose="020B0600070205080204" pitchFamily="34" charset="-128"/>
                <a:cs typeface="Times New Roman" panose="02020603050405020304" pitchFamily="18" charset="0"/>
              </a:rPr>
              <a:t>DevOps Model</a:t>
            </a:r>
            <a:endParaRPr lang="en-US" dirty="0"/>
          </a:p>
        </p:txBody>
      </p:sp>
      <p:sp>
        <p:nvSpPr>
          <p:cNvPr id="8" name="TextBox 7">
            <a:extLst>
              <a:ext uri="{FF2B5EF4-FFF2-40B4-BE49-F238E27FC236}">
                <a16:creationId xmlns:a16="http://schemas.microsoft.com/office/drawing/2014/main" id="{0A714310-70D7-A949-3974-F8FCFC9B3708}"/>
              </a:ext>
            </a:extLst>
          </p:cNvPr>
          <p:cNvSpPr txBox="1"/>
          <p:nvPr/>
        </p:nvSpPr>
        <p:spPr>
          <a:xfrm>
            <a:off x="685949" y="1153582"/>
            <a:ext cx="10996203" cy="1015663"/>
          </a:xfrm>
          <a:prstGeom prst="rect">
            <a:avLst/>
          </a:prstGeom>
          <a:noFill/>
        </p:spPr>
        <p:txBody>
          <a:bodyPr wrap="square" rtlCol="0">
            <a:spAutoFit/>
          </a:bodyPr>
          <a:lstStyle/>
          <a:p>
            <a:pPr>
              <a:defRPr sz="1800"/>
            </a:pPr>
            <a:r>
              <a:rPr lang="en-US" sz="2000" dirty="0">
                <a:latin typeface="Times New Roman" panose="02020603050405020304" pitchFamily="18" charset="0"/>
                <a:cs typeface="Times New Roman" panose="02020603050405020304" pitchFamily="18" charset="0"/>
              </a:rPr>
              <a:t>DevOps combines development (Dev) and operations (Ops). </a:t>
            </a:r>
          </a:p>
          <a:p>
            <a:pPr>
              <a:defRPr sz="1800"/>
            </a:pPr>
            <a:r>
              <a:rPr lang="en-US" sz="2000" dirty="0"/>
              <a:t>It focuses on </a:t>
            </a:r>
            <a:r>
              <a:rPr lang="en-US" sz="2000" b="1" dirty="0"/>
              <a:t>continuous development, testing, integration, deployment, and monitoring</a:t>
            </a:r>
            <a:r>
              <a:rPr lang="en-US" sz="2000" dirty="0"/>
              <a:t> with strong collaboration between developers and operations teams.</a:t>
            </a:r>
            <a:endParaRPr lang="en-US" sz="2000"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6766BD1-0D66-3031-FB2F-A01AA44A8710}"/>
              </a:ext>
            </a:extLst>
          </p:cNvPr>
          <p:cNvSpPr txBox="1"/>
          <p:nvPr/>
        </p:nvSpPr>
        <p:spPr>
          <a:xfrm>
            <a:off x="685949" y="2926195"/>
            <a:ext cx="5705302" cy="3170099"/>
          </a:xfrm>
          <a:prstGeom prst="rect">
            <a:avLst/>
          </a:prstGeom>
          <a:noFill/>
        </p:spPr>
        <p:txBody>
          <a:bodyPr wrap="square">
            <a:spAutoFit/>
          </a:bodyPr>
          <a:lstStyle/>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Advantages: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Faster releases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Automated testing &amp; deployment</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Improves collaboration</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Enhanced monitoring &amp; quick fixes</a:t>
            </a:r>
          </a:p>
          <a:p>
            <a:pPr marL="342900" indent="-342900">
              <a:buFont typeface="Arial" panose="020B0604020202020204" pitchFamily="34" charset="0"/>
              <a:buChar char="•"/>
              <a:defRPr sz="1800"/>
            </a:pPr>
            <a:endParaRPr lang="en-US" sz="2000" dirty="0">
              <a:latin typeface="Times New Roman" panose="02020603050405020304" pitchFamily="18" charset="0"/>
              <a:cs typeface="Times New Roman" panose="02020603050405020304" pitchFamily="18" charset="0"/>
            </a:endParaRPr>
          </a:p>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Disadvantages: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Needs tools &amp; infra investment</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Cultural change required</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CI/CD complexity</a:t>
            </a:r>
          </a:p>
        </p:txBody>
      </p:sp>
      <p:sp>
        <p:nvSpPr>
          <p:cNvPr id="3" name="TextBox 2">
            <a:extLst>
              <a:ext uri="{FF2B5EF4-FFF2-40B4-BE49-F238E27FC236}">
                <a16:creationId xmlns:a16="http://schemas.microsoft.com/office/drawing/2014/main" id="{04A89F92-2F36-4763-5362-44411A5B4989}"/>
              </a:ext>
            </a:extLst>
          </p:cNvPr>
          <p:cNvSpPr txBox="1"/>
          <p:nvPr/>
        </p:nvSpPr>
        <p:spPr>
          <a:xfrm>
            <a:off x="5375564" y="2680677"/>
            <a:ext cx="5814752" cy="400110"/>
          </a:xfrm>
          <a:prstGeom prst="rect">
            <a:avLst/>
          </a:prstGeom>
          <a:noFill/>
        </p:spPr>
        <p:txBody>
          <a:bodyPr wrap="square">
            <a:spAutoFit/>
          </a:bodyPr>
          <a:lstStyle/>
          <a:p>
            <a:pPr>
              <a:defRPr sz="1800"/>
            </a:pPr>
            <a:r>
              <a:rPr lang="en-US" sz="2000" b="1" dirty="0">
                <a:solidFill>
                  <a:schemeClr val="accent1">
                    <a:lumMod val="75000"/>
                  </a:schemeClr>
                </a:solidFill>
                <a:latin typeface="Times New Roman" panose="02020603050405020304" pitchFamily="18" charset="0"/>
                <a:cs typeface="Times New Roman" panose="02020603050405020304" pitchFamily="18" charset="0"/>
              </a:rPr>
              <a:t>Stages of DevOps Model</a:t>
            </a:r>
          </a:p>
        </p:txBody>
      </p:sp>
      <p:pic>
        <p:nvPicPr>
          <p:cNvPr id="5" name="Picture 4">
            <a:extLst>
              <a:ext uri="{FF2B5EF4-FFF2-40B4-BE49-F238E27FC236}">
                <a16:creationId xmlns:a16="http://schemas.microsoft.com/office/drawing/2014/main" id="{FB64B6C4-12E1-6347-1BEC-C055AC5A8594}"/>
              </a:ext>
            </a:extLst>
          </p:cNvPr>
          <p:cNvPicPr>
            <a:picLocks noChangeAspect="1"/>
          </p:cNvPicPr>
          <p:nvPr/>
        </p:nvPicPr>
        <p:blipFill>
          <a:blip r:embed="rId3"/>
          <a:stretch>
            <a:fillRect/>
          </a:stretch>
        </p:blipFill>
        <p:spPr>
          <a:xfrm>
            <a:off x="5485014" y="3191934"/>
            <a:ext cx="5705302" cy="3188257"/>
          </a:xfrm>
          <a:prstGeom prst="rect">
            <a:avLst/>
          </a:prstGeom>
          <a:ln>
            <a:solidFill>
              <a:schemeClr val="tx1"/>
            </a:solidFill>
          </a:ln>
        </p:spPr>
      </p:pic>
    </p:spTree>
    <p:extLst>
      <p:ext uri="{BB962C8B-B14F-4D97-AF65-F5344CB8AC3E}">
        <p14:creationId xmlns:p14="http://schemas.microsoft.com/office/powerpoint/2010/main" val="23929390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0D79-F28E-B31C-5975-A0D3CC86F3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E059C6-85BA-4084-1DF2-45B8E4F56CF2}"/>
              </a:ext>
            </a:extLst>
          </p:cNvPr>
          <p:cNvSpPr>
            <a:spLocks noGrp="1"/>
          </p:cNvSpPr>
          <p:nvPr>
            <p:ph type="title"/>
          </p:nvPr>
        </p:nvSpPr>
        <p:spPr>
          <a:xfrm>
            <a:off x="1019985" y="1784818"/>
            <a:ext cx="10532918" cy="1292678"/>
          </a:xfrm>
        </p:spPr>
        <p:txBody>
          <a:bodyPr>
            <a:normAutofit/>
          </a:bodyPr>
          <a:lstStyle/>
          <a:p>
            <a:pPr algn="l"/>
            <a:r>
              <a:rPr lang="en-US" dirty="0"/>
              <a:t>Stages of SDLC</a:t>
            </a:r>
          </a:p>
        </p:txBody>
      </p:sp>
    </p:spTree>
    <p:extLst>
      <p:ext uri="{BB962C8B-B14F-4D97-AF65-F5344CB8AC3E}">
        <p14:creationId xmlns:p14="http://schemas.microsoft.com/office/powerpoint/2010/main" val="38056782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5">
            <a:extLst>
              <a:ext uri="{FF2B5EF4-FFF2-40B4-BE49-F238E27FC236}">
                <a16:creationId xmlns:a16="http://schemas.microsoft.com/office/drawing/2014/main" id="{0BAA2AD5-466B-61DB-B32C-5B3F931C1083}"/>
              </a:ext>
            </a:extLst>
          </p:cNvPr>
          <p:cNvSpPr txBox="1"/>
          <p:nvPr/>
        </p:nvSpPr>
        <p:spPr>
          <a:xfrm>
            <a:off x="507287" y="1455174"/>
            <a:ext cx="10573667" cy="3398366"/>
          </a:xfrm>
          <a:prstGeom prst="rect">
            <a:avLst/>
          </a:prstGeom>
        </p:spPr>
        <p:txBody>
          <a:bodyPr vert="horz" wrap="square" lIns="0" tIns="12700" rIns="0" bIns="0" rtlCol="0">
            <a:spAutoFit/>
          </a:bodyPr>
          <a:lstStyle/>
          <a:p>
            <a:pPr>
              <a:defRPr sz="1800"/>
            </a:pPr>
            <a:r>
              <a:rPr lang="en-US" sz="2000" dirty="0">
                <a:latin typeface="Times New Roman" panose="02020603050405020304" pitchFamily="18" charset="0"/>
                <a:cs typeface="Times New Roman" panose="02020603050405020304" pitchFamily="18" charset="0"/>
              </a:rPr>
              <a:t>The primary goal of the SDLC process is to produce cost-efficient and high-quality products. The process comprises a detailed plan that describes how to develop, maintain, and replace the software. All are listed below -</a:t>
            </a:r>
          </a:p>
          <a:p>
            <a:pPr>
              <a:defRPr sz="1800"/>
            </a:pPr>
            <a:endParaRPr lang="en-US" sz="2000" dirty="0">
              <a:latin typeface="Times New Roman" panose="02020603050405020304" pitchFamily="18" charset="0"/>
              <a:cs typeface="Times New Roman" panose="02020603050405020304" pitchFamily="18" charset="0"/>
            </a:endParaRP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Planning</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Analysis</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Design</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Development/Coding</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Testing</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Deployment</a:t>
            </a:r>
          </a:p>
          <a:p>
            <a:pPr marL="457200" indent="-457200">
              <a:buFont typeface="+mj-lt"/>
              <a:buAutoNum type="arabicParenR"/>
              <a:defRPr sz="1800"/>
            </a:pPr>
            <a:r>
              <a:rPr lang="en-IN" sz="2000" dirty="0">
                <a:latin typeface="Times New Roman" panose="02020603050405020304" pitchFamily="18" charset="0"/>
                <a:cs typeface="Times New Roman" panose="02020603050405020304" pitchFamily="18" charset="0"/>
              </a:rPr>
              <a:t>Maintenance</a:t>
            </a:r>
          </a:p>
        </p:txBody>
      </p:sp>
      <p:sp>
        <p:nvSpPr>
          <p:cNvPr id="4" name="Title 1">
            <a:extLst>
              <a:ext uri="{FF2B5EF4-FFF2-40B4-BE49-F238E27FC236}">
                <a16:creationId xmlns:a16="http://schemas.microsoft.com/office/drawing/2014/main" id="{01C015DD-7676-77C5-A631-890298ED346C}"/>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Stages of SDLC</a:t>
            </a:r>
          </a:p>
        </p:txBody>
      </p:sp>
    </p:spTree>
    <p:extLst>
      <p:ext uri="{BB962C8B-B14F-4D97-AF65-F5344CB8AC3E}">
        <p14:creationId xmlns:p14="http://schemas.microsoft.com/office/powerpoint/2010/main" val="28215575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F3937-0061-DA50-34D3-D30253AF6C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A8730551-2459-386B-514A-49C22CAD2DA3}"/>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solidFill>
                  <a:srgbClr val="5C739C"/>
                </a:solidFill>
                <a:latin typeface="Times New Roman" panose="02020603050405020304" pitchFamily="18" charset="0"/>
                <a:ea typeface="ＭＳ Ｐゴシック" panose="020B0600070205080204" pitchFamily="34" charset="-128"/>
                <a:cs typeface="Times New Roman" panose="02020603050405020304" pitchFamily="18" charset="0"/>
              </a:rPr>
              <a:t>Stage 1: Project Planning</a:t>
            </a:r>
          </a:p>
        </p:txBody>
      </p:sp>
      <p:sp>
        <p:nvSpPr>
          <p:cNvPr id="2" name="TextBox 1">
            <a:extLst>
              <a:ext uri="{FF2B5EF4-FFF2-40B4-BE49-F238E27FC236}">
                <a16:creationId xmlns:a16="http://schemas.microsoft.com/office/drawing/2014/main" id="{79BA62CA-731F-CB5E-3C47-3187476D8D46}"/>
              </a:ext>
            </a:extLst>
          </p:cNvPr>
          <p:cNvSpPr txBox="1"/>
          <p:nvPr/>
        </p:nvSpPr>
        <p:spPr>
          <a:xfrm>
            <a:off x="692174" y="1266392"/>
            <a:ext cx="10568247" cy="1631216"/>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The first stage of SDLC is all about “What do we want</a:t>
            </a:r>
          </a:p>
          <a:p>
            <a:r>
              <a:rPr lang="en-US" sz="2000" b="1" dirty="0"/>
              <a:t>Requirement Analysis</a:t>
            </a:r>
          </a:p>
          <a:p>
            <a:r>
              <a:rPr lang="en-US" sz="2000" dirty="0"/>
              <a:t>Gather requirements from client/users</a:t>
            </a:r>
          </a:p>
          <a:p>
            <a:r>
              <a:rPr lang="en-US" sz="2000" dirty="0"/>
              <a:t>Understand what system should do</a:t>
            </a:r>
          </a:p>
          <a:p>
            <a:endParaRPr lang="en-IN" sz="2000" dirty="0">
              <a:latin typeface="Times New Roman" panose="02020603050405020304" pitchFamily="18" charset="0"/>
              <a:cs typeface="Times New Roman" panose="02020603050405020304" pitchFamily="18" charset="0"/>
            </a:endParaRPr>
          </a:p>
        </p:txBody>
      </p:sp>
      <p:sp>
        <p:nvSpPr>
          <p:cNvPr id="8" name="Title 1">
            <a:extLst>
              <a:ext uri="{FF2B5EF4-FFF2-40B4-BE49-F238E27FC236}">
                <a16:creationId xmlns:a16="http://schemas.microsoft.com/office/drawing/2014/main" id="{01D2936F-B964-D95D-44FA-927FFBFA8950}"/>
              </a:ext>
            </a:extLst>
          </p:cNvPr>
          <p:cNvSpPr txBox="1">
            <a:spLocks/>
          </p:cNvSpPr>
          <p:nvPr/>
        </p:nvSpPr>
        <p:spPr>
          <a:xfrm>
            <a:off x="692174" y="2544575"/>
            <a:ext cx="10807652" cy="70300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solidFill>
                  <a:srgbClr val="5C739C"/>
                </a:solidFill>
                <a:latin typeface="Times New Roman" panose="02020603050405020304" pitchFamily="18" charset="0"/>
                <a:ea typeface="ＭＳ Ｐゴシック" panose="020B0600070205080204" pitchFamily="34" charset="-128"/>
                <a:cs typeface="Times New Roman" panose="02020603050405020304" pitchFamily="18" charset="0"/>
              </a:rPr>
              <a:t>Stage 2: Gathering Requirements &amp; Analysis</a:t>
            </a:r>
          </a:p>
        </p:txBody>
      </p:sp>
      <p:sp>
        <p:nvSpPr>
          <p:cNvPr id="9" name="TextBox 8">
            <a:extLst>
              <a:ext uri="{FF2B5EF4-FFF2-40B4-BE49-F238E27FC236}">
                <a16:creationId xmlns:a16="http://schemas.microsoft.com/office/drawing/2014/main" id="{D6FA544E-AFEE-D19A-B276-762440CAFD12}"/>
              </a:ext>
            </a:extLst>
          </p:cNvPr>
          <p:cNvSpPr txBox="1"/>
          <p:nvPr/>
        </p:nvSpPr>
        <p:spPr>
          <a:xfrm>
            <a:off x="692174" y="3247583"/>
            <a:ext cx="10568247" cy="2554545"/>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The second step of SDLC is gathering maximum information from the client requirements for the product. Discuss each detail and specification of the product with the customer. </a:t>
            </a:r>
          </a:p>
          <a:p>
            <a:endParaRPr lang="en-US" sz="2000" dirty="0">
              <a:latin typeface="Times New Roman" panose="02020603050405020304" pitchFamily="18" charset="0"/>
              <a:cs typeface="Times New Roman" panose="02020603050405020304" pitchFamily="18" charset="0"/>
            </a:endParaRPr>
          </a:p>
          <a:p>
            <a:r>
              <a:rPr lang="en-US" sz="2000" dirty="0"/>
              <a:t>Technical feasibility</a:t>
            </a:r>
          </a:p>
          <a:p>
            <a:r>
              <a:rPr lang="en-US" sz="2000" dirty="0"/>
              <a:t>Economic feasibility</a:t>
            </a:r>
          </a:p>
          <a:p>
            <a:r>
              <a:rPr lang="en-US" sz="2000" dirty="0"/>
              <a:t>Operational feasibility</a:t>
            </a:r>
          </a:p>
          <a:p>
            <a:r>
              <a:rPr lang="en-US" sz="2000" dirty="0"/>
              <a:t>Legal feasibility</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579110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764EB-FC5C-9296-C685-2C07EB8E0FE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8A9BE21-519F-E324-530C-BF3BBB5CB5FF}"/>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solidFill>
                  <a:srgbClr val="5C739C"/>
                </a:solidFill>
                <a:latin typeface="Times New Roman" panose="02020603050405020304" pitchFamily="18" charset="0"/>
                <a:ea typeface="ＭＳ Ｐゴシック" panose="020B0600070205080204" pitchFamily="34" charset="-128"/>
                <a:cs typeface="Times New Roman" panose="02020603050405020304" pitchFamily="18" charset="0"/>
              </a:rPr>
              <a:t>Stage 3: Design</a:t>
            </a:r>
          </a:p>
        </p:txBody>
      </p:sp>
      <p:sp>
        <p:nvSpPr>
          <p:cNvPr id="2" name="TextBox 1">
            <a:extLst>
              <a:ext uri="{FF2B5EF4-FFF2-40B4-BE49-F238E27FC236}">
                <a16:creationId xmlns:a16="http://schemas.microsoft.com/office/drawing/2014/main" id="{ECD8E4B9-7C7B-0510-1ACC-13459A514961}"/>
              </a:ext>
            </a:extLst>
          </p:cNvPr>
          <p:cNvSpPr txBox="1"/>
          <p:nvPr/>
        </p:nvSpPr>
        <p:spPr>
          <a:xfrm>
            <a:off x="692174" y="1266392"/>
            <a:ext cx="10568247" cy="1938992"/>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In the design phase (3rd step of SDLC), the program developer scrutinizes whether the prepared software suffices all the requirements of the end-user. Additionally, if the project is feasible for the customer technologically, practically, and financially. Once the developer decides on the best design approach, he then selects the program languages like Oracle, Java, etc., that will suit the software.</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73368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BC7C1-D90F-9953-3E05-670F8A0459A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B7BEC53-4A0C-18B9-3653-4BB4C313806D}"/>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solidFill>
                  <a:srgbClr val="5C739C"/>
                </a:solidFill>
                <a:latin typeface="Times New Roman" panose="02020603050405020304" pitchFamily="18" charset="0"/>
                <a:ea typeface="ＭＳ Ｐゴシック" panose="020B0600070205080204" pitchFamily="34" charset="-128"/>
                <a:cs typeface="Times New Roman" panose="02020603050405020304" pitchFamily="18" charset="0"/>
              </a:rPr>
              <a:t>Stage 4: Coding or Implementation</a:t>
            </a:r>
          </a:p>
        </p:txBody>
      </p:sp>
      <p:sp>
        <p:nvSpPr>
          <p:cNvPr id="2" name="TextBox 1">
            <a:extLst>
              <a:ext uri="{FF2B5EF4-FFF2-40B4-BE49-F238E27FC236}">
                <a16:creationId xmlns:a16="http://schemas.microsoft.com/office/drawing/2014/main" id="{C218C4BC-99C2-089C-8D87-7FE375164D47}"/>
              </a:ext>
            </a:extLst>
          </p:cNvPr>
          <p:cNvSpPr txBox="1"/>
          <p:nvPr/>
        </p:nvSpPr>
        <p:spPr>
          <a:xfrm>
            <a:off x="692174" y="1266392"/>
            <a:ext cx="10568247" cy="1323439"/>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Time to code! It means translating the design to a computer-legible language. In this fourth stage of SDLC, the tasks are divided into modules or units and assigned to various developers. </a:t>
            </a:r>
          </a:p>
          <a:p>
            <a:r>
              <a:rPr lang="en-IN" sz="2000" dirty="0"/>
              <a:t>Developers write code</a:t>
            </a:r>
          </a:p>
          <a:p>
            <a:r>
              <a:rPr lang="en-IN" sz="2000" dirty="0"/>
              <a:t>Use programming languages (Java, Python, etc.)</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673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44B9A-8936-2F0F-32BF-3BA8A1CF692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EB08D4C-1B57-E039-28C5-EF4665C747B6}"/>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solidFill>
                  <a:srgbClr val="5C739C"/>
                </a:solidFill>
                <a:latin typeface="Times New Roman" panose="02020603050405020304" pitchFamily="18" charset="0"/>
                <a:ea typeface="ＭＳ Ｐゴシック" panose="020B0600070205080204" pitchFamily="34" charset="-128"/>
                <a:cs typeface="Times New Roman" panose="02020603050405020304" pitchFamily="18" charset="0"/>
              </a:rPr>
              <a:t>Stage 5: Testing</a:t>
            </a:r>
          </a:p>
        </p:txBody>
      </p:sp>
      <p:sp>
        <p:nvSpPr>
          <p:cNvPr id="2" name="TextBox 1">
            <a:extLst>
              <a:ext uri="{FF2B5EF4-FFF2-40B4-BE49-F238E27FC236}">
                <a16:creationId xmlns:a16="http://schemas.microsoft.com/office/drawing/2014/main" id="{244F64FE-5FC9-4BA7-41A3-1E35C0D04003}"/>
              </a:ext>
            </a:extLst>
          </p:cNvPr>
          <p:cNvSpPr txBox="1"/>
          <p:nvPr/>
        </p:nvSpPr>
        <p:spPr>
          <a:xfrm>
            <a:off x="692174" y="1266392"/>
            <a:ext cx="10568247" cy="2554545"/>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Once the developers build the software, then it is deployed in the testing environment. Then the testing team tests the functionality of the entire system. In this fifth phase of SDLC, the testing is done to ensure that the entire application works according to the customer requirements.</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After testing, the QA and testing team might find some bugs or defects and communicate the same with the developers. The development team then fixes the bugs and send it to QA for a re-test. This process goes on until the software is stable, bug-free and working according to the business requirements of that system.</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36238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F615B-8798-3DF0-2FDD-BFDA77C7E6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F046CE3-8D86-A29C-127F-CA492753E771}"/>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solidFill>
                  <a:srgbClr val="5C739C"/>
                </a:solidFill>
                <a:latin typeface="Times New Roman" panose="02020603050405020304" pitchFamily="18" charset="0"/>
                <a:ea typeface="ＭＳ Ｐゴシック" panose="020B0600070205080204" pitchFamily="34" charset="-128"/>
                <a:cs typeface="Times New Roman" panose="02020603050405020304" pitchFamily="18" charset="0"/>
              </a:rPr>
              <a:t>Stage 6: Deployment</a:t>
            </a:r>
          </a:p>
        </p:txBody>
      </p:sp>
      <p:sp>
        <p:nvSpPr>
          <p:cNvPr id="2" name="TextBox 1">
            <a:extLst>
              <a:ext uri="{FF2B5EF4-FFF2-40B4-BE49-F238E27FC236}">
                <a16:creationId xmlns:a16="http://schemas.microsoft.com/office/drawing/2014/main" id="{E56D4710-23E3-A4B5-C2AF-AE967C97EBC1}"/>
              </a:ext>
            </a:extLst>
          </p:cNvPr>
          <p:cNvSpPr txBox="1"/>
          <p:nvPr/>
        </p:nvSpPr>
        <p:spPr>
          <a:xfrm>
            <a:off x="692174" y="1266392"/>
            <a:ext cx="10568247" cy="707886"/>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The sixth phase of SDLC: Once the testing is done, and the product is ready for deployment, it is released for customers to use. </a:t>
            </a:r>
            <a:endParaRPr lang="en-IN" sz="2000" dirty="0">
              <a:latin typeface="Times New Roman" panose="02020603050405020304" pitchFamily="18" charset="0"/>
              <a:cs typeface="Times New Roman" panose="02020603050405020304" pitchFamily="18" charset="0"/>
            </a:endParaRPr>
          </a:p>
        </p:txBody>
      </p:sp>
      <p:sp>
        <p:nvSpPr>
          <p:cNvPr id="3" name="Title 1">
            <a:extLst>
              <a:ext uri="{FF2B5EF4-FFF2-40B4-BE49-F238E27FC236}">
                <a16:creationId xmlns:a16="http://schemas.microsoft.com/office/drawing/2014/main" id="{64FEECAF-C53F-4F97-97DA-835D8A8847C1}"/>
              </a:ext>
            </a:extLst>
          </p:cNvPr>
          <p:cNvSpPr txBox="1">
            <a:spLocks/>
          </p:cNvSpPr>
          <p:nvPr/>
        </p:nvSpPr>
        <p:spPr>
          <a:xfrm>
            <a:off x="692174" y="3160128"/>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solidFill>
                  <a:srgbClr val="5C739C"/>
                </a:solidFill>
                <a:latin typeface="Times New Roman" panose="02020603050405020304" pitchFamily="18" charset="0"/>
                <a:ea typeface="ＭＳ Ｐゴシック" panose="020B0600070205080204" pitchFamily="34" charset="-128"/>
                <a:cs typeface="Times New Roman" panose="02020603050405020304" pitchFamily="18" charset="0"/>
              </a:rPr>
              <a:t>Stage 7: Maintenance</a:t>
            </a:r>
          </a:p>
        </p:txBody>
      </p:sp>
      <p:sp>
        <p:nvSpPr>
          <p:cNvPr id="5" name="TextBox 4">
            <a:extLst>
              <a:ext uri="{FF2B5EF4-FFF2-40B4-BE49-F238E27FC236}">
                <a16:creationId xmlns:a16="http://schemas.microsoft.com/office/drawing/2014/main" id="{2D69EBC4-2B01-958D-D81B-E0F16D28402A}"/>
              </a:ext>
            </a:extLst>
          </p:cNvPr>
          <p:cNvSpPr txBox="1"/>
          <p:nvPr/>
        </p:nvSpPr>
        <p:spPr>
          <a:xfrm>
            <a:off x="692174" y="3863136"/>
            <a:ext cx="10568247" cy="1323439"/>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The actual problem starts when the customer actually starts using the developed system and those needs to be solved from time to time. Maintenance is the seventh phase of SDLC where the developed product is taken care of. According to the changing user end environment or technology, the software is updated timely.</a:t>
            </a:r>
          </a:p>
        </p:txBody>
      </p:sp>
    </p:spTree>
    <p:extLst>
      <p:ext uri="{BB962C8B-B14F-4D97-AF65-F5344CB8AC3E}">
        <p14:creationId xmlns:p14="http://schemas.microsoft.com/office/powerpoint/2010/main" val="29523916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0D79-F28E-B31C-5975-A0D3CC86F3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E059C6-85BA-4084-1DF2-45B8E4F56CF2}"/>
              </a:ext>
            </a:extLst>
          </p:cNvPr>
          <p:cNvSpPr>
            <a:spLocks noGrp="1"/>
          </p:cNvSpPr>
          <p:nvPr>
            <p:ph type="title"/>
          </p:nvPr>
        </p:nvSpPr>
        <p:spPr>
          <a:xfrm>
            <a:off x="1172385" y="2649341"/>
            <a:ext cx="10532918" cy="1292678"/>
          </a:xfrm>
        </p:spPr>
        <p:txBody>
          <a:bodyPr>
            <a:normAutofit/>
          </a:bodyPr>
          <a:lstStyle/>
          <a:p>
            <a:pPr algn="l"/>
            <a:r>
              <a:rPr lang="en-US" sz="3600" dirty="0"/>
              <a:t>Writing Clean &amp; Maintainable Code</a:t>
            </a:r>
          </a:p>
        </p:txBody>
      </p:sp>
      <p:sp>
        <p:nvSpPr>
          <p:cNvPr id="2" name="Title 2">
            <a:extLst>
              <a:ext uri="{FF2B5EF4-FFF2-40B4-BE49-F238E27FC236}">
                <a16:creationId xmlns:a16="http://schemas.microsoft.com/office/drawing/2014/main" id="{6BD8E18F-D085-9361-725E-1F55F72D2DDD}"/>
              </a:ext>
            </a:extLst>
          </p:cNvPr>
          <p:cNvSpPr txBox="1">
            <a:spLocks/>
          </p:cNvSpPr>
          <p:nvPr/>
        </p:nvSpPr>
        <p:spPr>
          <a:xfrm>
            <a:off x="1172385" y="1937218"/>
            <a:ext cx="10532918" cy="1292678"/>
          </a:xfrm>
          <a:prstGeom prst="rect">
            <a:avLst/>
          </a:prstGeom>
        </p:spPr>
        <p:txBody>
          <a:bodyPr vert="horz" lIns="0" tIns="0" rIns="0" bIns="0" rtlCol="0" anchor="ctr" anchorCtr="0">
            <a:normAutofit/>
          </a:bodyPr>
          <a:lstStyle>
            <a:lvl1pPr algn="ctr" defTabSz="914400" rtl="0" eaLnBrk="1" latinLnBrk="0" hangingPunct="1">
              <a:lnSpc>
                <a:spcPct val="90000"/>
              </a:lnSpc>
              <a:spcBef>
                <a:spcPct val="0"/>
              </a:spcBef>
              <a:buNone/>
              <a:defRPr sz="4800" b="1" i="0" kern="1200">
                <a:solidFill>
                  <a:schemeClr val="bg1"/>
                </a:solidFill>
                <a:latin typeface="Arial" charset="0"/>
                <a:ea typeface="Arial" charset="0"/>
                <a:cs typeface="Arial" charset="0"/>
              </a:defRPr>
            </a:lvl1pPr>
          </a:lstStyle>
          <a:p>
            <a:pPr algn="l"/>
            <a:r>
              <a:rPr lang="en-US" dirty="0"/>
              <a:t>Coding standards</a:t>
            </a:r>
          </a:p>
        </p:txBody>
      </p:sp>
    </p:spTree>
    <p:extLst>
      <p:ext uri="{BB962C8B-B14F-4D97-AF65-F5344CB8AC3E}">
        <p14:creationId xmlns:p14="http://schemas.microsoft.com/office/powerpoint/2010/main" val="15543819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5">
            <a:extLst>
              <a:ext uri="{FF2B5EF4-FFF2-40B4-BE49-F238E27FC236}">
                <a16:creationId xmlns:a16="http://schemas.microsoft.com/office/drawing/2014/main" id="{0BAA2AD5-466B-61DB-B32C-5B3F931C1083}"/>
              </a:ext>
            </a:extLst>
          </p:cNvPr>
          <p:cNvSpPr txBox="1"/>
          <p:nvPr/>
        </p:nvSpPr>
        <p:spPr>
          <a:xfrm>
            <a:off x="507287" y="1455174"/>
            <a:ext cx="10573667" cy="936154"/>
          </a:xfrm>
          <a:prstGeom prst="rect">
            <a:avLst/>
          </a:prstGeom>
        </p:spPr>
        <p:txBody>
          <a:bodyPr vert="horz" wrap="square" lIns="0" tIns="12700" rIns="0" bIns="0" rtlCol="0">
            <a:spAutoFit/>
          </a:bodyPr>
          <a:lstStyle/>
          <a:p>
            <a:pPr>
              <a:defRPr sz="1800"/>
            </a:pPr>
            <a:r>
              <a:rPr lang="en-US" sz="2000" dirty="0">
                <a:latin typeface="Times New Roman" panose="02020603050405020304" pitchFamily="18" charset="0"/>
                <a:cs typeface="Times New Roman" panose="02020603050405020304" pitchFamily="18" charset="0"/>
              </a:rPr>
              <a:t>Coding standards are a set of rules, guidelines, and best practices that developers follow to write consistent, clean, and maintainable code. They ensure that code is easy to read, understand, debug, and extend by any team member.</a:t>
            </a:r>
            <a:endParaRPr lang="en-IN" sz="2000" dirty="0">
              <a:latin typeface="Times New Roman" panose="02020603050405020304" pitchFamily="18" charset="0"/>
              <a:cs typeface="Times New Roman" panose="02020603050405020304" pitchFamily="18" charset="0"/>
            </a:endParaRPr>
          </a:p>
        </p:txBody>
      </p:sp>
      <p:sp>
        <p:nvSpPr>
          <p:cNvPr id="4" name="Title 1">
            <a:extLst>
              <a:ext uri="{FF2B5EF4-FFF2-40B4-BE49-F238E27FC236}">
                <a16:creationId xmlns:a16="http://schemas.microsoft.com/office/drawing/2014/main" id="{01C015DD-7676-77C5-A631-890298ED346C}"/>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What are Coding Standards?</a:t>
            </a:r>
          </a:p>
        </p:txBody>
      </p:sp>
      <p:sp>
        <p:nvSpPr>
          <p:cNvPr id="2" name="Title 1">
            <a:extLst>
              <a:ext uri="{FF2B5EF4-FFF2-40B4-BE49-F238E27FC236}">
                <a16:creationId xmlns:a16="http://schemas.microsoft.com/office/drawing/2014/main" id="{6A36CDE8-A291-B28C-0C8F-84620E386B7B}"/>
              </a:ext>
            </a:extLst>
          </p:cNvPr>
          <p:cNvSpPr txBox="1">
            <a:spLocks/>
          </p:cNvSpPr>
          <p:nvPr/>
        </p:nvSpPr>
        <p:spPr>
          <a:xfrm>
            <a:off x="692174" y="2842630"/>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Importance of Coding Standards</a:t>
            </a:r>
          </a:p>
        </p:txBody>
      </p:sp>
      <p:sp>
        <p:nvSpPr>
          <p:cNvPr id="3" name="object 5">
            <a:extLst>
              <a:ext uri="{FF2B5EF4-FFF2-40B4-BE49-F238E27FC236}">
                <a16:creationId xmlns:a16="http://schemas.microsoft.com/office/drawing/2014/main" id="{360EA906-EB9F-596A-6B80-1882FA3734DA}"/>
              </a:ext>
            </a:extLst>
          </p:cNvPr>
          <p:cNvSpPr txBox="1"/>
          <p:nvPr/>
        </p:nvSpPr>
        <p:spPr>
          <a:xfrm>
            <a:off x="507287" y="3734420"/>
            <a:ext cx="10573667" cy="1551707"/>
          </a:xfrm>
          <a:prstGeom prst="rect">
            <a:avLst/>
          </a:prstGeom>
        </p:spPr>
        <p:txBody>
          <a:bodyPr vert="horz" wrap="square" lIns="0" tIns="12700" rIns="0" bIns="0" rtlCol="0">
            <a:spAutoFit/>
          </a:bodyPr>
          <a:lstStyle/>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Improve readability and understandability of code.</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Enable team collaboration by keeping code style consistent.</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Reduce bugs and make debugging easier.</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Increase maintainability and long-term project health.</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Support scalability by ensuring code can grow with fewer issues.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078044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78323-8EC4-CEE4-81DC-5BE30336F9E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2EB6075-37B4-AE88-2A14-442DB5731019}"/>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Bad Code vs Good Code</a:t>
            </a:r>
          </a:p>
        </p:txBody>
      </p:sp>
      <p:sp>
        <p:nvSpPr>
          <p:cNvPr id="3" name="TextBox 2">
            <a:extLst>
              <a:ext uri="{FF2B5EF4-FFF2-40B4-BE49-F238E27FC236}">
                <a16:creationId xmlns:a16="http://schemas.microsoft.com/office/drawing/2014/main" id="{CE9C980E-BFCE-537E-0E82-16D2A2DD85BC}"/>
              </a:ext>
            </a:extLst>
          </p:cNvPr>
          <p:cNvSpPr txBox="1"/>
          <p:nvPr/>
        </p:nvSpPr>
        <p:spPr>
          <a:xfrm>
            <a:off x="692174" y="1317629"/>
            <a:ext cx="6123708" cy="400110"/>
          </a:xfrm>
          <a:prstGeom prst="rect">
            <a:avLst/>
          </a:prstGeom>
          <a:noFill/>
        </p:spPr>
        <p:txBody>
          <a:bodyPr wrap="square">
            <a:spAutoFit/>
          </a:bodyPr>
          <a:lstStyle/>
          <a:p>
            <a:r>
              <a:rPr lang="en-IN" sz="2000" b="1" dirty="0">
                <a:latin typeface="Times New Roman" panose="02020603050405020304" pitchFamily="18" charset="0"/>
                <a:cs typeface="Times New Roman" panose="02020603050405020304" pitchFamily="18" charset="0"/>
              </a:rPr>
              <a:t>Bad practice:</a:t>
            </a:r>
            <a:endParaRPr lang="en-IN" sz="20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4A90E45C-D03E-0C4A-E0EF-0E9E649E0224}"/>
              </a:ext>
            </a:extLst>
          </p:cNvPr>
          <p:cNvSpPr txBox="1"/>
          <p:nvPr/>
        </p:nvSpPr>
        <p:spPr>
          <a:xfrm>
            <a:off x="692174" y="3577888"/>
            <a:ext cx="6123708" cy="400110"/>
          </a:xfrm>
          <a:prstGeom prst="rect">
            <a:avLst/>
          </a:prstGeom>
          <a:noFill/>
        </p:spPr>
        <p:txBody>
          <a:bodyPr wrap="square">
            <a:spAutoFit/>
          </a:bodyPr>
          <a:lstStyle/>
          <a:p>
            <a:r>
              <a:rPr lang="en-IN" sz="2000" b="1" dirty="0">
                <a:latin typeface="Times New Roman" panose="02020603050405020304" pitchFamily="18" charset="0"/>
                <a:cs typeface="Times New Roman" panose="02020603050405020304" pitchFamily="18" charset="0"/>
              </a:rPr>
              <a:t>Good practice:</a:t>
            </a:r>
          </a:p>
        </p:txBody>
      </p:sp>
      <p:pic>
        <p:nvPicPr>
          <p:cNvPr id="8" name="Picture 7">
            <a:extLst>
              <a:ext uri="{FF2B5EF4-FFF2-40B4-BE49-F238E27FC236}">
                <a16:creationId xmlns:a16="http://schemas.microsoft.com/office/drawing/2014/main" id="{41009450-BE0F-4263-9EB2-4D6543D895B8}"/>
              </a:ext>
            </a:extLst>
          </p:cNvPr>
          <p:cNvPicPr>
            <a:picLocks noChangeAspect="1"/>
          </p:cNvPicPr>
          <p:nvPr/>
        </p:nvPicPr>
        <p:blipFill>
          <a:blip r:embed="rId3"/>
          <a:stretch>
            <a:fillRect/>
          </a:stretch>
        </p:blipFill>
        <p:spPr>
          <a:xfrm>
            <a:off x="692174" y="1984736"/>
            <a:ext cx="8075067" cy="1295376"/>
          </a:xfrm>
          <a:prstGeom prst="rect">
            <a:avLst/>
          </a:prstGeom>
        </p:spPr>
      </p:pic>
      <p:pic>
        <p:nvPicPr>
          <p:cNvPr id="10" name="Picture 9">
            <a:extLst>
              <a:ext uri="{FF2B5EF4-FFF2-40B4-BE49-F238E27FC236}">
                <a16:creationId xmlns:a16="http://schemas.microsoft.com/office/drawing/2014/main" id="{9714C1F9-0FA6-6668-B103-4949AD30790B}"/>
              </a:ext>
            </a:extLst>
          </p:cNvPr>
          <p:cNvPicPr>
            <a:picLocks noChangeAspect="1"/>
          </p:cNvPicPr>
          <p:nvPr/>
        </p:nvPicPr>
        <p:blipFill>
          <a:blip r:embed="rId4"/>
          <a:srcRect r="3182"/>
          <a:stretch>
            <a:fillRect/>
          </a:stretch>
        </p:blipFill>
        <p:spPr>
          <a:xfrm>
            <a:off x="692174" y="4244995"/>
            <a:ext cx="8075067" cy="1894870"/>
          </a:xfrm>
          <a:prstGeom prst="rect">
            <a:avLst/>
          </a:prstGeom>
        </p:spPr>
      </p:pic>
    </p:spTree>
    <p:extLst>
      <p:ext uri="{BB962C8B-B14F-4D97-AF65-F5344CB8AC3E}">
        <p14:creationId xmlns:p14="http://schemas.microsoft.com/office/powerpoint/2010/main" val="19494433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0D79-F28E-B31C-5975-A0D3CC86F351}"/>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6BD8E18F-D085-9361-725E-1F55F72D2DDD}"/>
              </a:ext>
            </a:extLst>
          </p:cNvPr>
          <p:cNvSpPr txBox="1">
            <a:spLocks/>
          </p:cNvSpPr>
          <p:nvPr/>
        </p:nvSpPr>
        <p:spPr>
          <a:xfrm>
            <a:off x="1172385" y="1937218"/>
            <a:ext cx="10532918" cy="1292678"/>
          </a:xfrm>
          <a:prstGeom prst="rect">
            <a:avLst/>
          </a:prstGeom>
        </p:spPr>
        <p:txBody>
          <a:bodyPr vert="horz" lIns="0" tIns="0" rIns="0" bIns="0" rtlCol="0" anchor="ctr" anchorCtr="0">
            <a:normAutofit/>
          </a:bodyPr>
          <a:lstStyle>
            <a:lvl1pPr algn="ctr" defTabSz="914400" rtl="0" eaLnBrk="1" latinLnBrk="0" hangingPunct="1">
              <a:lnSpc>
                <a:spcPct val="90000"/>
              </a:lnSpc>
              <a:spcBef>
                <a:spcPct val="0"/>
              </a:spcBef>
              <a:buNone/>
              <a:defRPr sz="4800" b="1" i="0" kern="1200">
                <a:solidFill>
                  <a:schemeClr val="bg1"/>
                </a:solidFill>
                <a:latin typeface="Arial" charset="0"/>
                <a:ea typeface="Arial" charset="0"/>
                <a:cs typeface="Arial" charset="0"/>
              </a:defRPr>
            </a:lvl1pPr>
          </a:lstStyle>
          <a:p>
            <a:pPr algn="l"/>
            <a:r>
              <a:rPr lang="en-US" dirty="0"/>
              <a:t>Using Comments for More Clarity</a:t>
            </a:r>
          </a:p>
        </p:txBody>
      </p:sp>
    </p:spTree>
    <p:extLst>
      <p:ext uri="{BB962C8B-B14F-4D97-AF65-F5344CB8AC3E}">
        <p14:creationId xmlns:p14="http://schemas.microsoft.com/office/powerpoint/2010/main" val="7199480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5">
            <a:extLst>
              <a:ext uri="{FF2B5EF4-FFF2-40B4-BE49-F238E27FC236}">
                <a16:creationId xmlns:a16="http://schemas.microsoft.com/office/drawing/2014/main" id="{0BAA2AD5-466B-61DB-B32C-5B3F931C1083}"/>
              </a:ext>
            </a:extLst>
          </p:cNvPr>
          <p:cNvSpPr txBox="1"/>
          <p:nvPr/>
        </p:nvSpPr>
        <p:spPr>
          <a:xfrm>
            <a:off x="507287" y="1455174"/>
            <a:ext cx="10573667" cy="936154"/>
          </a:xfrm>
          <a:prstGeom prst="rect">
            <a:avLst/>
          </a:prstGeom>
        </p:spPr>
        <p:txBody>
          <a:bodyPr vert="horz" wrap="square" lIns="0" tIns="12700" rIns="0" bIns="0" rtlCol="0">
            <a:spAutoFit/>
          </a:bodyPr>
          <a:lstStyle/>
          <a:p>
            <a:pPr>
              <a:defRPr sz="1800"/>
            </a:pPr>
            <a:r>
              <a:rPr lang="en-US" sz="2000" dirty="0">
                <a:latin typeface="Times New Roman" panose="02020603050405020304" pitchFamily="18" charset="0"/>
                <a:cs typeface="Times New Roman" panose="02020603050405020304" pitchFamily="18" charset="0"/>
              </a:rPr>
              <a:t>Comments are notes written in the code that explain what the code does without affecting its execution. They provide clarity, making it easier for other developers (and your future self) to understand the logic and purpose of the code.</a:t>
            </a:r>
            <a:endParaRPr lang="en-IN" sz="2000" dirty="0">
              <a:latin typeface="Times New Roman" panose="02020603050405020304" pitchFamily="18" charset="0"/>
              <a:cs typeface="Times New Roman" panose="02020603050405020304" pitchFamily="18" charset="0"/>
            </a:endParaRPr>
          </a:p>
        </p:txBody>
      </p:sp>
      <p:sp>
        <p:nvSpPr>
          <p:cNvPr id="4" name="Title 1">
            <a:extLst>
              <a:ext uri="{FF2B5EF4-FFF2-40B4-BE49-F238E27FC236}">
                <a16:creationId xmlns:a16="http://schemas.microsoft.com/office/drawing/2014/main" id="{01C015DD-7676-77C5-A631-890298ED346C}"/>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What are Comments?</a:t>
            </a:r>
          </a:p>
        </p:txBody>
      </p:sp>
      <p:sp>
        <p:nvSpPr>
          <p:cNvPr id="2" name="Title 1">
            <a:extLst>
              <a:ext uri="{FF2B5EF4-FFF2-40B4-BE49-F238E27FC236}">
                <a16:creationId xmlns:a16="http://schemas.microsoft.com/office/drawing/2014/main" id="{6A36CDE8-A291-B28C-0C8F-84620E386B7B}"/>
              </a:ext>
            </a:extLst>
          </p:cNvPr>
          <p:cNvSpPr txBox="1">
            <a:spLocks/>
          </p:cNvSpPr>
          <p:nvPr/>
        </p:nvSpPr>
        <p:spPr>
          <a:xfrm>
            <a:off x="692174" y="2842630"/>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Importance of Comments</a:t>
            </a:r>
          </a:p>
        </p:txBody>
      </p:sp>
      <p:sp>
        <p:nvSpPr>
          <p:cNvPr id="3" name="object 5">
            <a:extLst>
              <a:ext uri="{FF2B5EF4-FFF2-40B4-BE49-F238E27FC236}">
                <a16:creationId xmlns:a16="http://schemas.microsoft.com/office/drawing/2014/main" id="{360EA906-EB9F-596A-6B80-1882FA3734DA}"/>
              </a:ext>
            </a:extLst>
          </p:cNvPr>
          <p:cNvSpPr txBox="1"/>
          <p:nvPr/>
        </p:nvSpPr>
        <p:spPr>
          <a:xfrm>
            <a:off x="507287" y="3734420"/>
            <a:ext cx="10573667" cy="1551707"/>
          </a:xfrm>
          <a:prstGeom prst="rect">
            <a:avLst/>
          </a:prstGeom>
        </p:spPr>
        <p:txBody>
          <a:bodyPr vert="horz" wrap="square" lIns="0" tIns="12700" rIns="0" bIns="0" rtlCol="0">
            <a:spAutoFit/>
          </a:bodyPr>
          <a:lstStyle/>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Improve readability and help others quickly understand the code.</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Serve as documentation for complex logic, functions, or algorithms.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Help in debugging and maintenance by providing context.</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Support team collaboration, especially in large projects.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Ensure that code remains understandable long after it was written.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809722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16E64-E56E-DE76-DEAA-921B2CCC25A9}"/>
            </a:ext>
          </a:extLst>
        </p:cNvPr>
        <p:cNvGrpSpPr/>
        <p:nvPr/>
      </p:nvGrpSpPr>
      <p:grpSpPr>
        <a:xfrm>
          <a:off x="0" y="0"/>
          <a:ext cx="0" cy="0"/>
          <a:chOff x="0" y="0"/>
          <a:chExt cx="0" cy="0"/>
        </a:xfrm>
      </p:grpSpPr>
      <p:sp>
        <p:nvSpPr>
          <p:cNvPr id="16" name="object 5">
            <a:extLst>
              <a:ext uri="{FF2B5EF4-FFF2-40B4-BE49-F238E27FC236}">
                <a16:creationId xmlns:a16="http://schemas.microsoft.com/office/drawing/2014/main" id="{EFAD8D60-BD47-F849-CABE-E768B213920C}"/>
              </a:ext>
            </a:extLst>
          </p:cNvPr>
          <p:cNvSpPr txBox="1"/>
          <p:nvPr/>
        </p:nvSpPr>
        <p:spPr>
          <a:xfrm>
            <a:off x="507287" y="1378230"/>
            <a:ext cx="10573667" cy="1243930"/>
          </a:xfrm>
          <a:prstGeom prst="rect">
            <a:avLst/>
          </a:prstGeom>
        </p:spPr>
        <p:txBody>
          <a:bodyPr vert="horz" wrap="square" lIns="0" tIns="12700" rIns="0" bIns="0" rtlCol="0">
            <a:spAutoFit/>
          </a:bodyPr>
          <a:lstStyle/>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Inline Comments – Short explanations placed on the same line as code.</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Block Comments – Multi-line explanations for sections of code.</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Documentation Comments – Used for describing functions, classes, or modules in detail (e.g., docstrings in Python, Javadoc in Java).</a:t>
            </a:r>
            <a:endParaRPr lang="en-IN" sz="2000" dirty="0">
              <a:latin typeface="Times New Roman" panose="02020603050405020304" pitchFamily="18" charset="0"/>
              <a:cs typeface="Times New Roman" panose="02020603050405020304" pitchFamily="18" charset="0"/>
            </a:endParaRPr>
          </a:p>
        </p:txBody>
      </p:sp>
      <p:sp>
        <p:nvSpPr>
          <p:cNvPr id="4" name="Title 1">
            <a:extLst>
              <a:ext uri="{FF2B5EF4-FFF2-40B4-BE49-F238E27FC236}">
                <a16:creationId xmlns:a16="http://schemas.microsoft.com/office/drawing/2014/main" id="{9A99EEB5-A8E3-0526-E203-23FA1B38D167}"/>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Types of Comments</a:t>
            </a:r>
          </a:p>
        </p:txBody>
      </p:sp>
      <p:sp>
        <p:nvSpPr>
          <p:cNvPr id="2" name="Title 1">
            <a:extLst>
              <a:ext uri="{FF2B5EF4-FFF2-40B4-BE49-F238E27FC236}">
                <a16:creationId xmlns:a16="http://schemas.microsoft.com/office/drawing/2014/main" id="{7ED9DD5B-07CF-08FC-4787-F1064638E0C8}"/>
              </a:ext>
            </a:extLst>
          </p:cNvPr>
          <p:cNvSpPr txBox="1">
            <a:spLocks/>
          </p:cNvSpPr>
          <p:nvPr/>
        </p:nvSpPr>
        <p:spPr>
          <a:xfrm>
            <a:off x="692174" y="2996518"/>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Best Practices for Writing Comments</a:t>
            </a:r>
          </a:p>
        </p:txBody>
      </p:sp>
      <p:sp>
        <p:nvSpPr>
          <p:cNvPr id="3" name="object 5">
            <a:extLst>
              <a:ext uri="{FF2B5EF4-FFF2-40B4-BE49-F238E27FC236}">
                <a16:creationId xmlns:a16="http://schemas.microsoft.com/office/drawing/2014/main" id="{4FAA0F85-6529-D440-D71C-42F9253EF88F}"/>
              </a:ext>
            </a:extLst>
          </p:cNvPr>
          <p:cNvSpPr txBox="1"/>
          <p:nvPr/>
        </p:nvSpPr>
        <p:spPr>
          <a:xfrm>
            <a:off x="507287" y="3811364"/>
            <a:ext cx="10573667" cy="1551707"/>
          </a:xfrm>
          <a:prstGeom prst="rect">
            <a:avLst/>
          </a:prstGeom>
        </p:spPr>
        <p:txBody>
          <a:bodyPr vert="horz" wrap="square" lIns="0" tIns="12700" rIns="0" bIns="0" rtlCol="0">
            <a:spAutoFit/>
          </a:bodyPr>
          <a:lstStyle/>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Keep comments clear, concise, and relevant.</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Avoid stating the obvious (don’t explain trivial code).</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Update comments whenever code changes.</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Use comments to explain why, not just what.</a:t>
            </a:r>
          </a:p>
          <a:p>
            <a:pPr marL="342900" indent="-342900">
              <a:buFont typeface="Arial" panose="020B0604020202020204" pitchFamily="34" charset="0"/>
              <a:buChar char="•"/>
              <a:defRPr sz="1800"/>
            </a:pPr>
            <a:r>
              <a:rPr lang="en-US" sz="2000" dirty="0">
                <a:latin typeface="Times New Roman" panose="02020603050405020304" pitchFamily="18" charset="0"/>
                <a:cs typeface="Times New Roman" panose="02020603050405020304" pitchFamily="18" charset="0"/>
              </a:rPr>
              <a:t>Follow team or language-specific commenting style guides.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605690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78323-8EC4-CEE4-81DC-5BE30336F9E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2EB6075-37B4-AE88-2A14-442DB5731019}"/>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Examples of Comments</a:t>
            </a:r>
          </a:p>
        </p:txBody>
      </p:sp>
      <p:sp>
        <p:nvSpPr>
          <p:cNvPr id="3" name="TextBox 2">
            <a:extLst>
              <a:ext uri="{FF2B5EF4-FFF2-40B4-BE49-F238E27FC236}">
                <a16:creationId xmlns:a16="http://schemas.microsoft.com/office/drawing/2014/main" id="{CE9C980E-BFCE-537E-0E82-16D2A2DD85BC}"/>
              </a:ext>
            </a:extLst>
          </p:cNvPr>
          <p:cNvSpPr txBox="1"/>
          <p:nvPr/>
        </p:nvSpPr>
        <p:spPr>
          <a:xfrm>
            <a:off x="692174" y="1317629"/>
            <a:ext cx="6123708" cy="400110"/>
          </a:xfrm>
          <a:prstGeom prst="rect">
            <a:avLst/>
          </a:prstGeom>
          <a:noFill/>
        </p:spPr>
        <p:txBody>
          <a:bodyPr wrap="square">
            <a:spAutoFit/>
          </a:bodyPr>
          <a:lstStyle/>
          <a:p>
            <a:r>
              <a:rPr lang="en-IN" sz="2000" b="1" dirty="0">
                <a:latin typeface="Times New Roman" panose="02020603050405020304" pitchFamily="18" charset="0"/>
                <a:cs typeface="Times New Roman" panose="02020603050405020304" pitchFamily="18" charset="0"/>
              </a:rPr>
              <a:t>Single-line (Inline) Comments</a:t>
            </a:r>
            <a:endParaRPr lang="en-IN"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BBC921E0-7FAC-6326-1493-3BF4B36A138B}"/>
              </a:ext>
            </a:extLst>
          </p:cNvPr>
          <p:cNvPicPr>
            <a:picLocks noChangeAspect="1"/>
          </p:cNvPicPr>
          <p:nvPr/>
        </p:nvPicPr>
        <p:blipFill>
          <a:blip r:embed="rId3"/>
          <a:stretch>
            <a:fillRect/>
          </a:stretch>
        </p:blipFill>
        <p:spPr>
          <a:xfrm>
            <a:off x="818803" y="2237522"/>
            <a:ext cx="4818810" cy="1785838"/>
          </a:xfrm>
          <a:prstGeom prst="rect">
            <a:avLst/>
          </a:prstGeom>
        </p:spPr>
      </p:pic>
      <p:pic>
        <p:nvPicPr>
          <p:cNvPr id="9" name="Picture 8">
            <a:extLst>
              <a:ext uri="{FF2B5EF4-FFF2-40B4-BE49-F238E27FC236}">
                <a16:creationId xmlns:a16="http://schemas.microsoft.com/office/drawing/2014/main" id="{82001F8D-8C37-2D2B-DA32-9CCC04ED4AE4}"/>
              </a:ext>
            </a:extLst>
          </p:cNvPr>
          <p:cNvPicPr>
            <a:picLocks noChangeAspect="1"/>
          </p:cNvPicPr>
          <p:nvPr/>
        </p:nvPicPr>
        <p:blipFill>
          <a:blip r:embed="rId4"/>
          <a:stretch>
            <a:fillRect/>
          </a:stretch>
        </p:blipFill>
        <p:spPr>
          <a:xfrm>
            <a:off x="6554389" y="2240800"/>
            <a:ext cx="4818810" cy="2376399"/>
          </a:xfrm>
          <a:prstGeom prst="rect">
            <a:avLst/>
          </a:prstGeom>
        </p:spPr>
      </p:pic>
    </p:spTree>
    <p:extLst>
      <p:ext uri="{BB962C8B-B14F-4D97-AF65-F5344CB8AC3E}">
        <p14:creationId xmlns:p14="http://schemas.microsoft.com/office/powerpoint/2010/main" val="149656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160CF-6FE8-69BF-35FF-C1FDF3E8B52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3FE8D93-71F9-7D43-1A12-AE34013F77A1}"/>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Examples of Comments</a:t>
            </a:r>
          </a:p>
        </p:txBody>
      </p:sp>
      <p:sp>
        <p:nvSpPr>
          <p:cNvPr id="3" name="TextBox 2">
            <a:extLst>
              <a:ext uri="{FF2B5EF4-FFF2-40B4-BE49-F238E27FC236}">
                <a16:creationId xmlns:a16="http://schemas.microsoft.com/office/drawing/2014/main" id="{9F89F04D-660D-2DDE-54D4-420B3B5B113E}"/>
              </a:ext>
            </a:extLst>
          </p:cNvPr>
          <p:cNvSpPr txBox="1"/>
          <p:nvPr/>
        </p:nvSpPr>
        <p:spPr>
          <a:xfrm>
            <a:off x="692174" y="1317629"/>
            <a:ext cx="6123708" cy="400110"/>
          </a:xfrm>
          <a:prstGeom prst="rect">
            <a:avLst/>
          </a:prstGeom>
          <a:noFill/>
        </p:spPr>
        <p:txBody>
          <a:bodyPr wrap="square">
            <a:spAutoFit/>
          </a:bodyPr>
          <a:lstStyle/>
          <a:p>
            <a:r>
              <a:rPr lang="en-IN" sz="2000" b="1" dirty="0">
                <a:latin typeface="Times New Roman" panose="02020603050405020304" pitchFamily="18" charset="0"/>
                <a:cs typeface="Times New Roman" panose="02020603050405020304" pitchFamily="18" charset="0"/>
              </a:rPr>
              <a:t>Multi-line (Block) Comment</a:t>
            </a:r>
            <a:endParaRPr lang="en-IN" sz="20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52547F89-DEF6-A2DA-C2E1-82D71B06B260}"/>
              </a:ext>
            </a:extLst>
          </p:cNvPr>
          <p:cNvPicPr>
            <a:picLocks noChangeAspect="1"/>
          </p:cNvPicPr>
          <p:nvPr/>
        </p:nvPicPr>
        <p:blipFill>
          <a:blip r:embed="rId3"/>
          <a:stretch>
            <a:fillRect/>
          </a:stretch>
        </p:blipFill>
        <p:spPr>
          <a:xfrm>
            <a:off x="707944" y="2028643"/>
            <a:ext cx="4673309" cy="3828735"/>
          </a:xfrm>
          <a:prstGeom prst="rect">
            <a:avLst/>
          </a:prstGeom>
        </p:spPr>
      </p:pic>
      <p:pic>
        <p:nvPicPr>
          <p:cNvPr id="8" name="Picture 7">
            <a:extLst>
              <a:ext uri="{FF2B5EF4-FFF2-40B4-BE49-F238E27FC236}">
                <a16:creationId xmlns:a16="http://schemas.microsoft.com/office/drawing/2014/main" id="{2D0D44BF-A7AE-A16B-E3FB-26484B92A610}"/>
              </a:ext>
            </a:extLst>
          </p:cNvPr>
          <p:cNvPicPr>
            <a:picLocks noChangeAspect="1"/>
          </p:cNvPicPr>
          <p:nvPr/>
        </p:nvPicPr>
        <p:blipFill>
          <a:blip r:embed="rId4"/>
          <a:stretch>
            <a:fillRect/>
          </a:stretch>
        </p:blipFill>
        <p:spPr>
          <a:xfrm>
            <a:off x="6495012" y="2163114"/>
            <a:ext cx="4287435" cy="3828736"/>
          </a:xfrm>
          <a:prstGeom prst="rect">
            <a:avLst/>
          </a:prstGeom>
        </p:spPr>
      </p:pic>
    </p:spTree>
    <p:extLst>
      <p:ext uri="{BB962C8B-B14F-4D97-AF65-F5344CB8AC3E}">
        <p14:creationId xmlns:p14="http://schemas.microsoft.com/office/powerpoint/2010/main" val="11489620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0D79-F28E-B31C-5975-A0D3CC86F351}"/>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6BD8E18F-D085-9361-725E-1F55F72D2DDD}"/>
              </a:ext>
            </a:extLst>
          </p:cNvPr>
          <p:cNvSpPr txBox="1">
            <a:spLocks/>
          </p:cNvSpPr>
          <p:nvPr/>
        </p:nvSpPr>
        <p:spPr>
          <a:xfrm>
            <a:off x="1172385" y="1937218"/>
            <a:ext cx="10532918" cy="1292678"/>
          </a:xfrm>
          <a:prstGeom prst="rect">
            <a:avLst/>
          </a:prstGeom>
        </p:spPr>
        <p:txBody>
          <a:bodyPr vert="horz" lIns="0" tIns="0" rIns="0" bIns="0" rtlCol="0" anchor="ctr" anchorCtr="0">
            <a:normAutofit/>
          </a:bodyPr>
          <a:lstStyle>
            <a:lvl1pPr algn="ctr" defTabSz="914400" rtl="0" eaLnBrk="1" latinLnBrk="0" hangingPunct="1">
              <a:lnSpc>
                <a:spcPct val="90000"/>
              </a:lnSpc>
              <a:spcBef>
                <a:spcPct val="0"/>
              </a:spcBef>
              <a:buNone/>
              <a:defRPr sz="4800" b="1" i="0" kern="1200">
                <a:solidFill>
                  <a:schemeClr val="bg1"/>
                </a:solidFill>
                <a:latin typeface="Arial" charset="0"/>
                <a:ea typeface="Arial" charset="0"/>
                <a:cs typeface="Arial" charset="0"/>
              </a:defRPr>
            </a:lvl1pPr>
          </a:lstStyle>
          <a:p>
            <a:pPr algn="l"/>
            <a:r>
              <a:rPr lang="en-US" dirty="0"/>
              <a:t>Project folder structure</a:t>
            </a:r>
          </a:p>
        </p:txBody>
      </p:sp>
    </p:spTree>
    <p:extLst>
      <p:ext uri="{BB962C8B-B14F-4D97-AF65-F5344CB8AC3E}">
        <p14:creationId xmlns:p14="http://schemas.microsoft.com/office/powerpoint/2010/main" val="3858640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5">
            <a:extLst>
              <a:ext uri="{FF2B5EF4-FFF2-40B4-BE49-F238E27FC236}">
                <a16:creationId xmlns:a16="http://schemas.microsoft.com/office/drawing/2014/main" id="{0BAA2AD5-466B-61DB-B32C-5B3F931C1083}"/>
              </a:ext>
            </a:extLst>
          </p:cNvPr>
          <p:cNvSpPr txBox="1"/>
          <p:nvPr/>
        </p:nvSpPr>
        <p:spPr>
          <a:xfrm>
            <a:off x="507286" y="1429795"/>
            <a:ext cx="10573667" cy="1243930"/>
          </a:xfrm>
          <a:prstGeom prst="rect">
            <a:avLst/>
          </a:prstGeom>
        </p:spPr>
        <p:txBody>
          <a:bodyPr vert="horz" wrap="square" lIns="0" tIns="12700" rIns="0" bIns="0" rtlCol="0">
            <a:spAutoFit/>
          </a:bodyPr>
          <a:lstStyle/>
          <a:p>
            <a:pPr>
              <a:defRPr sz="1800"/>
            </a:pPr>
            <a:r>
              <a:rPr lang="en-US" sz="2000" dirty="0">
                <a:latin typeface="Times New Roman" panose="02020603050405020304" pitchFamily="18" charset="0"/>
                <a:cs typeface="Times New Roman" panose="02020603050405020304" pitchFamily="18" charset="0"/>
              </a:rPr>
              <a:t>A project folder structure defines how files and directories are organized in a software project. A clear structure improves code readability, maintainability, and collaboration. It also ensures that developers can easily find, modify, and manage project files and helps maintain consistency across different projects and teams.</a:t>
            </a:r>
            <a:endParaRPr lang="en-IN" sz="2000" dirty="0">
              <a:latin typeface="Times New Roman" panose="02020603050405020304" pitchFamily="18" charset="0"/>
              <a:cs typeface="Times New Roman" panose="02020603050405020304" pitchFamily="18" charset="0"/>
            </a:endParaRPr>
          </a:p>
        </p:txBody>
      </p:sp>
      <p:sp>
        <p:nvSpPr>
          <p:cNvPr id="4" name="Title 1">
            <a:extLst>
              <a:ext uri="{FF2B5EF4-FFF2-40B4-BE49-F238E27FC236}">
                <a16:creationId xmlns:a16="http://schemas.microsoft.com/office/drawing/2014/main" id="{01C015DD-7676-77C5-A631-890298ED346C}"/>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What is Project folder structure?</a:t>
            </a:r>
          </a:p>
        </p:txBody>
      </p:sp>
      <p:sp>
        <p:nvSpPr>
          <p:cNvPr id="2" name="Title 1">
            <a:extLst>
              <a:ext uri="{FF2B5EF4-FFF2-40B4-BE49-F238E27FC236}">
                <a16:creationId xmlns:a16="http://schemas.microsoft.com/office/drawing/2014/main" id="{F4B98C0A-D206-BFA4-A1B2-217B185E2422}"/>
              </a:ext>
            </a:extLst>
          </p:cNvPr>
          <p:cNvSpPr txBox="1">
            <a:spLocks/>
          </p:cNvSpPr>
          <p:nvPr/>
        </p:nvSpPr>
        <p:spPr>
          <a:xfrm>
            <a:off x="692174" y="3099648"/>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Importance of a Proper Folder Structure</a:t>
            </a:r>
          </a:p>
        </p:txBody>
      </p:sp>
      <p:sp>
        <p:nvSpPr>
          <p:cNvPr id="3" name="object 5">
            <a:extLst>
              <a:ext uri="{FF2B5EF4-FFF2-40B4-BE49-F238E27FC236}">
                <a16:creationId xmlns:a16="http://schemas.microsoft.com/office/drawing/2014/main" id="{F2A5C08E-1350-B7BD-4936-5A53C5A0B846}"/>
              </a:ext>
            </a:extLst>
          </p:cNvPr>
          <p:cNvSpPr txBox="1"/>
          <p:nvPr/>
        </p:nvSpPr>
        <p:spPr>
          <a:xfrm>
            <a:off x="507286" y="3966059"/>
            <a:ext cx="10573667" cy="1551707"/>
          </a:xfrm>
          <a:prstGeom prst="rect">
            <a:avLst/>
          </a:prstGeom>
        </p:spPr>
        <p:txBody>
          <a:bodyPr vert="horz" wrap="square" lIns="0" tIns="12700" rIns="0" bIns="0" rtlCol="0">
            <a:spAutoFit/>
          </a:bodyPr>
          <a:lstStyle/>
          <a:p>
            <a:pPr marL="342900" indent="-342900">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Organization: </a:t>
            </a:r>
            <a:r>
              <a:rPr lang="en-US" sz="2000" dirty="0">
                <a:latin typeface="Times New Roman" panose="02020603050405020304" pitchFamily="18" charset="0"/>
                <a:cs typeface="Times New Roman" panose="02020603050405020304" pitchFamily="18" charset="0"/>
              </a:rPr>
              <a:t>Groups related files together for clarity.</a:t>
            </a:r>
          </a:p>
          <a:p>
            <a:pPr marL="342900" indent="-342900">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Scalability: </a:t>
            </a:r>
            <a:r>
              <a:rPr lang="en-US" sz="2000" dirty="0">
                <a:latin typeface="Times New Roman" panose="02020603050405020304" pitchFamily="18" charset="0"/>
                <a:cs typeface="Times New Roman" panose="02020603050405020304" pitchFamily="18" charset="0"/>
              </a:rPr>
              <a:t>Supports adding new modules or features without confusion.</a:t>
            </a:r>
          </a:p>
          <a:p>
            <a:pPr marL="342900" indent="-342900">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Collaboration: </a:t>
            </a:r>
            <a:r>
              <a:rPr lang="en-US" sz="2000" dirty="0">
                <a:latin typeface="Times New Roman" panose="02020603050405020304" pitchFamily="18" charset="0"/>
                <a:cs typeface="Times New Roman" panose="02020603050405020304" pitchFamily="18" charset="0"/>
              </a:rPr>
              <a:t>Team members can navigate and understand the project easily.</a:t>
            </a:r>
          </a:p>
          <a:p>
            <a:pPr marL="342900" indent="-342900">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Maintainability: </a:t>
            </a:r>
            <a:r>
              <a:rPr lang="en-US" sz="2000" dirty="0">
                <a:latin typeface="Times New Roman" panose="02020603050405020304" pitchFamily="18" charset="0"/>
                <a:cs typeface="Times New Roman" panose="02020603050405020304" pitchFamily="18" charset="0"/>
              </a:rPr>
              <a:t>Simplifies debugging, testing, and updating code.</a:t>
            </a:r>
          </a:p>
          <a:p>
            <a:pPr marL="342900" indent="-342900">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Best Practices: </a:t>
            </a:r>
            <a:r>
              <a:rPr lang="en-US" sz="2000" dirty="0">
                <a:latin typeface="Times New Roman" panose="02020603050405020304" pitchFamily="18" charset="0"/>
                <a:cs typeface="Times New Roman" panose="02020603050405020304" pitchFamily="18" charset="0"/>
              </a:rPr>
              <a:t>Encourages adherence to coding standards and version control.</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7955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0E1F1-A5EE-C3C0-0141-88C04481D06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F7A09B4-C42E-A205-F592-E00321738FAE}"/>
              </a:ext>
            </a:extLst>
          </p:cNvPr>
          <p:cNvSpPr txBox="1">
            <a:spLocks/>
          </p:cNvSpPr>
          <p:nvPr/>
        </p:nvSpPr>
        <p:spPr>
          <a:xfrm>
            <a:off x="692174" y="563384"/>
            <a:ext cx="10807652" cy="440488"/>
          </a:xfrm>
          <a:prstGeom prst="rect">
            <a:avLst/>
          </a:prstGeom>
        </p:spPr>
        <p:txBody>
          <a:bodyPr vert="horz" lIns="0" tIns="0" rIns="0" bIns="0" rtlCol="0" anchor="ctr" anchorCtr="0">
            <a:normAutofit/>
          </a:bodyPr>
          <a:lstStyle>
            <a:lvl1pPr algn="l" defTabSz="914400" rtl="0" eaLnBrk="1" latinLnBrk="0" hangingPunct="1">
              <a:lnSpc>
                <a:spcPts val="2667"/>
              </a:lnSpc>
              <a:spcBef>
                <a:spcPct val="0"/>
              </a:spcBef>
              <a:buNone/>
              <a:defRPr sz="2933" b="1" i="0" kern="1200">
                <a:solidFill>
                  <a:schemeClr val="tx1"/>
                </a:solidFill>
                <a:latin typeface="Arial" charset="0"/>
                <a:ea typeface="Arial" charset="0"/>
                <a:cs typeface="Arial" charset="0"/>
              </a:defRPr>
            </a:lvl1pPr>
          </a:lstStyle>
          <a:p>
            <a:r>
              <a:rPr lang="en-US" altLang="en-US" sz="2800" dirty="0">
                <a:latin typeface="Times New Roman" panose="02020603050405020304" pitchFamily="18" charset="0"/>
                <a:ea typeface="ＭＳ Ｐゴシック" panose="020B0600070205080204" pitchFamily="34" charset="-128"/>
                <a:cs typeface="Times New Roman" panose="02020603050405020304" pitchFamily="18" charset="0"/>
              </a:rPr>
              <a:t>Common Folder Structure in Software Projects</a:t>
            </a:r>
          </a:p>
        </p:txBody>
      </p:sp>
      <p:sp>
        <p:nvSpPr>
          <p:cNvPr id="3" name="object 5">
            <a:extLst>
              <a:ext uri="{FF2B5EF4-FFF2-40B4-BE49-F238E27FC236}">
                <a16:creationId xmlns:a16="http://schemas.microsoft.com/office/drawing/2014/main" id="{9781890D-7BBC-759A-5AD8-7090E43814F8}"/>
              </a:ext>
            </a:extLst>
          </p:cNvPr>
          <p:cNvSpPr txBox="1"/>
          <p:nvPr/>
        </p:nvSpPr>
        <p:spPr>
          <a:xfrm>
            <a:off x="504305" y="1455615"/>
            <a:ext cx="10515688" cy="3189143"/>
          </a:xfrm>
          <a:prstGeom prst="rect">
            <a:avLst/>
          </a:prstGeom>
        </p:spPr>
        <p:txBody>
          <a:bodyPr vert="horz" wrap="square" lIns="0" tIns="12700" rIns="0" bIns="0" rtlCol="0">
            <a:spAutoFit/>
          </a:bodyPr>
          <a:lstStyle/>
          <a:p>
            <a:pPr marL="342900" indent="-342900">
              <a:lnSpc>
                <a:spcPct val="150000"/>
              </a:lnSpc>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src/ – </a:t>
            </a:r>
            <a:r>
              <a:rPr lang="en-US" sz="2000" dirty="0">
                <a:latin typeface="Times New Roman" panose="02020603050405020304" pitchFamily="18" charset="0"/>
                <a:cs typeface="Times New Roman" panose="02020603050405020304" pitchFamily="18" charset="0"/>
              </a:rPr>
              <a:t>Contains source code files.</a:t>
            </a:r>
          </a:p>
          <a:p>
            <a:pPr marL="342900" indent="-342900">
              <a:lnSpc>
                <a:spcPct val="150000"/>
              </a:lnSpc>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docs/ – </a:t>
            </a:r>
            <a:r>
              <a:rPr lang="en-US" sz="2000" dirty="0">
                <a:latin typeface="Times New Roman" panose="02020603050405020304" pitchFamily="18" charset="0"/>
                <a:cs typeface="Times New Roman" panose="02020603050405020304" pitchFamily="18" charset="0"/>
              </a:rPr>
              <a:t>Documentation related to the project.</a:t>
            </a:r>
          </a:p>
          <a:p>
            <a:pPr marL="342900" indent="-342900">
              <a:lnSpc>
                <a:spcPct val="150000"/>
              </a:lnSpc>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tests/ – </a:t>
            </a:r>
            <a:r>
              <a:rPr lang="en-US" sz="2000" dirty="0">
                <a:latin typeface="Times New Roman" panose="02020603050405020304" pitchFamily="18" charset="0"/>
                <a:cs typeface="Times New Roman" panose="02020603050405020304" pitchFamily="18" charset="0"/>
              </a:rPr>
              <a:t>Test scripts and unit tests.</a:t>
            </a:r>
          </a:p>
          <a:p>
            <a:pPr marL="342900" indent="-342900">
              <a:lnSpc>
                <a:spcPct val="150000"/>
              </a:lnSpc>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assets/ – </a:t>
            </a:r>
            <a:r>
              <a:rPr lang="en-US" sz="2000" dirty="0">
                <a:latin typeface="Times New Roman" panose="02020603050405020304" pitchFamily="18" charset="0"/>
                <a:cs typeface="Times New Roman" panose="02020603050405020304" pitchFamily="18" charset="0"/>
              </a:rPr>
              <a:t>Images, CSS, JavaScript, or other static files.</a:t>
            </a:r>
          </a:p>
          <a:p>
            <a:pPr marL="342900" indent="-342900">
              <a:lnSpc>
                <a:spcPct val="150000"/>
              </a:lnSpc>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config/ – </a:t>
            </a:r>
            <a:r>
              <a:rPr lang="en-US" sz="2000" dirty="0">
                <a:latin typeface="Times New Roman" panose="02020603050405020304" pitchFamily="18" charset="0"/>
                <a:cs typeface="Times New Roman" panose="02020603050405020304" pitchFamily="18" charset="0"/>
              </a:rPr>
              <a:t>Configuration files, environment variables, and settings..</a:t>
            </a:r>
          </a:p>
          <a:p>
            <a:pPr marL="342900" indent="-342900">
              <a:lnSpc>
                <a:spcPct val="150000"/>
              </a:lnSpc>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build/ or </a:t>
            </a:r>
            <a:r>
              <a:rPr lang="en-US" sz="2000" b="1" dirty="0" err="1">
                <a:solidFill>
                  <a:srgbClr val="0066CC"/>
                </a:solidFill>
                <a:latin typeface="Times New Roman" panose="02020603050405020304" pitchFamily="18" charset="0"/>
                <a:cs typeface="Times New Roman" panose="02020603050405020304" pitchFamily="18" charset="0"/>
              </a:rPr>
              <a:t>dist</a:t>
            </a:r>
            <a:r>
              <a:rPr lang="en-US" sz="2000" b="1" dirty="0">
                <a:solidFill>
                  <a:srgbClr val="0066CC"/>
                </a:solidFill>
                <a:latin typeface="Times New Roman" panose="02020603050405020304" pitchFamily="18" charset="0"/>
                <a:cs typeface="Times New Roman" panose="02020603050405020304" pitchFamily="18" charset="0"/>
              </a:rPr>
              <a:t>/ – </a:t>
            </a:r>
            <a:r>
              <a:rPr lang="en-US" sz="2000" dirty="0">
                <a:latin typeface="Times New Roman" panose="02020603050405020304" pitchFamily="18" charset="0"/>
                <a:cs typeface="Times New Roman" panose="02020603050405020304" pitchFamily="18" charset="0"/>
              </a:rPr>
              <a:t>Compiled code or production-ready files.</a:t>
            </a:r>
          </a:p>
          <a:p>
            <a:pPr marL="342900" indent="-342900">
              <a:lnSpc>
                <a:spcPct val="150000"/>
              </a:lnSpc>
              <a:buFont typeface="Wingdings" panose="05000000000000000000" pitchFamily="2" charset="2"/>
              <a:buChar char="§"/>
              <a:defRPr sz="1800"/>
            </a:pPr>
            <a:r>
              <a:rPr lang="en-US" sz="2000" b="1" dirty="0">
                <a:solidFill>
                  <a:srgbClr val="0066CC"/>
                </a:solidFill>
                <a:latin typeface="Times New Roman" panose="02020603050405020304" pitchFamily="18" charset="0"/>
                <a:cs typeface="Times New Roman" panose="02020603050405020304" pitchFamily="18" charset="0"/>
              </a:rPr>
              <a:t>README.md – </a:t>
            </a:r>
            <a:r>
              <a:rPr lang="en-US" sz="2000" dirty="0">
                <a:latin typeface="Times New Roman" panose="02020603050405020304" pitchFamily="18" charset="0"/>
                <a:cs typeface="Times New Roman" panose="02020603050405020304" pitchFamily="18" charset="0"/>
              </a:rPr>
              <a:t>Project overview and instructions.</a:t>
            </a:r>
          </a:p>
        </p:txBody>
      </p:sp>
    </p:spTree>
    <p:extLst>
      <p:ext uri="{BB962C8B-B14F-4D97-AF65-F5344CB8AC3E}">
        <p14:creationId xmlns:p14="http://schemas.microsoft.com/office/powerpoint/2010/main" val="38862348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TotalTime>
  <Words>1509</Words>
  <Application>Microsoft Office PowerPoint</Application>
  <PresentationFormat>Widescreen</PresentationFormat>
  <Paragraphs>188</Paragraphs>
  <Slides>27</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Arial</vt:lpstr>
      <vt:lpstr>Calibri</vt:lpstr>
      <vt:lpstr>Calibri Light</vt:lpstr>
      <vt:lpstr>Roboto Light</vt:lpstr>
      <vt:lpstr>Roboto Thin</vt:lpstr>
      <vt:lpstr>Times New Roman</vt:lpstr>
      <vt:lpstr>Wingdings</vt:lpstr>
      <vt:lpstr>Office Theme</vt:lpstr>
      <vt:lpstr>What is Software Engineering?</vt:lpstr>
      <vt:lpstr>What is Software Engineering?</vt:lpstr>
      <vt:lpstr>What is Software Engineering?</vt:lpstr>
      <vt:lpstr>PowerPoint Presentation</vt:lpstr>
      <vt:lpstr>SDLC (Agile, Waterfall, DevOps)</vt:lpstr>
      <vt:lpstr>SDLC Models</vt:lpstr>
      <vt:lpstr>Waterfall Model</vt:lpstr>
      <vt:lpstr>Agile Model</vt:lpstr>
      <vt:lpstr>DevOps Model</vt:lpstr>
      <vt:lpstr>Stages of SDLC</vt:lpstr>
      <vt:lpstr>PowerPoint Presentation</vt:lpstr>
      <vt:lpstr>PowerPoint Presentation</vt:lpstr>
      <vt:lpstr>PowerPoint Presentation</vt:lpstr>
      <vt:lpstr>PowerPoint Presentation</vt:lpstr>
      <vt:lpstr>PowerPoint Presentation</vt:lpstr>
      <vt:lpstr>PowerPoint Presentation</vt:lpstr>
      <vt:lpstr>Writing Clean &amp; Maintainable 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Renu  Jindal</dc:creator>
  <cp:lastModifiedBy>Renu  Jindal</cp:lastModifiedBy>
  <cp:revision>15</cp:revision>
  <dcterms:created xsi:type="dcterms:W3CDTF">2025-10-13T14:05:48Z</dcterms:created>
  <dcterms:modified xsi:type="dcterms:W3CDTF">2026-03-01T16:51:08Z</dcterms:modified>
</cp:coreProperties>
</file>